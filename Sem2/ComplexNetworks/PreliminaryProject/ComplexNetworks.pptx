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6.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7.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8.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9.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10.xml" ContentType="application/vnd.openxmlformats-officedocument.presentationml.notesSlid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notesSlides/notesSlide11.xml" ContentType="application/vnd.openxmlformats-officedocument.presentationml.notesSlid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6" r:id="rId4"/>
  </p:sldMasterIdLst>
  <p:notesMasterIdLst>
    <p:notesMasterId r:id="rId30"/>
  </p:notesMasterIdLst>
  <p:handoutMasterIdLst>
    <p:handoutMasterId r:id="rId31"/>
  </p:handoutMasterIdLst>
  <p:sldIdLst>
    <p:sldId id="315" r:id="rId5"/>
    <p:sldId id="266" r:id="rId6"/>
    <p:sldId id="310" r:id="rId7"/>
    <p:sldId id="305" r:id="rId8"/>
    <p:sldId id="339" r:id="rId9"/>
    <p:sldId id="317" r:id="rId10"/>
    <p:sldId id="319" r:id="rId11"/>
    <p:sldId id="320" r:id="rId12"/>
    <p:sldId id="321" r:id="rId13"/>
    <p:sldId id="322" r:id="rId14"/>
    <p:sldId id="323" r:id="rId15"/>
    <p:sldId id="312" r:id="rId16"/>
    <p:sldId id="324" r:id="rId17"/>
    <p:sldId id="327" r:id="rId18"/>
    <p:sldId id="330" r:id="rId19"/>
    <p:sldId id="331" r:id="rId20"/>
    <p:sldId id="332" r:id="rId21"/>
    <p:sldId id="325" r:id="rId22"/>
    <p:sldId id="333" r:id="rId23"/>
    <p:sldId id="334" r:id="rId24"/>
    <p:sldId id="335" r:id="rId25"/>
    <p:sldId id="336" r:id="rId26"/>
    <p:sldId id="337" r:id="rId27"/>
    <p:sldId id="338" r:id="rId28"/>
    <p:sldId id="295"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5AA1BD55-57CD-466E-0725-B6CBA11E0D12}" name="Lauren Weldy (ALLEGIS GROUP SERVICES)" initials="LW" userId="S::v-lweldy@microsoft.com::07a2285c-a352-4b96-8658-ecc34365c15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EDEB"/>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9" autoAdjust="0"/>
    <p:restoredTop sz="95388" autoAdjust="0"/>
  </p:normalViewPr>
  <p:slideViewPr>
    <p:cSldViewPr snapToGrid="0">
      <p:cViewPr>
        <p:scale>
          <a:sx n="75" d="100"/>
          <a:sy n="75" d="100"/>
        </p:scale>
        <p:origin x="-540" y="534"/>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3149"/>
    </p:cViewPr>
  </p:sorterViewPr>
  <p:notesViewPr>
    <p:cSldViewPr snapToGrid="0">
      <p:cViewPr>
        <p:scale>
          <a:sx n="1" d="2"/>
          <a:sy n="1" d="2"/>
        </p:scale>
        <p:origin x="2640" y="283"/>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4.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14.xlsx"/><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15.xlsx"/><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16.xlsx"/><Relationship Id="rId2" Type="http://schemas.microsoft.com/office/2011/relationships/chartColorStyle" Target="colors17.xml"/><Relationship Id="rId1" Type="http://schemas.microsoft.com/office/2011/relationships/chartStyle" Target="style1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Min</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In-Degree</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Wiki-Vote</c:v>
                </c:pt>
                <c:pt idx="1">
                  <c:v>Erdos-Renyi</c:v>
                </c:pt>
                <c:pt idx="2">
                  <c:v>Barabasi-Albert</c:v>
                </c:pt>
              </c:strCache>
            </c:strRef>
          </c:cat>
          <c:val>
            <c:numRef>
              <c:f>Sheet1!$B$2:$B$4</c:f>
              <c:numCache>
                <c:formatCode>General</c:formatCode>
                <c:ptCount val="3"/>
                <c:pt idx="0">
                  <c:v>0</c:v>
                </c:pt>
                <c:pt idx="1">
                  <c:v>2</c:v>
                </c:pt>
              </c:numCache>
            </c:numRef>
          </c:val>
          <c:extLst>
            <c:ext xmlns:c16="http://schemas.microsoft.com/office/drawing/2014/chart" uri="{C3380CC4-5D6E-409C-BE32-E72D297353CC}">
              <c16:uniqueId val="{00000000-59E3-4FA5-9E58-797BF4FE7BBB}"/>
            </c:ext>
          </c:extLst>
        </c:ser>
        <c:ser>
          <c:idx val="1"/>
          <c:order val="1"/>
          <c:tx>
            <c:strRef>
              <c:f>Sheet1!$C$1</c:f>
              <c:strCache>
                <c:ptCount val="1"/>
                <c:pt idx="0">
                  <c:v>Out-Degree</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Wiki-Vote</c:v>
                </c:pt>
                <c:pt idx="1">
                  <c:v>Erdos-Renyi</c:v>
                </c:pt>
                <c:pt idx="2">
                  <c:v>Barabasi-Albert</c:v>
                </c:pt>
              </c:strCache>
            </c:strRef>
          </c:cat>
          <c:val>
            <c:numRef>
              <c:f>Sheet1!$C$2:$C$4</c:f>
              <c:numCache>
                <c:formatCode>General</c:formatCode>
                <c:ptCount val="3"/>
                <c:pt idx="0">
                  <c:v>0</c:v>
                </c:pt>
                <c:pt idx="1">
                  <c:v>3</c:v>
                </c:pt>
              </c:numCache>
            </c:numRef>
          </c:val>
          <c:extLst>
            <c:ext xmlns:c16="http://schemas.microsoft.com/office/drawing/2014/chart" uri="{C3380CC4-5D6E-409C-BE32-E72D297353CC}">
              <c16:uniqueId val="{00000003-59E3-4FA5-9E58-797BF4FE7BBB}"/>
            </c:ext>
          </c:extLst>
        </c:ser>
        <c:ser>
          <c:idx val="2"/>
          <c:order val="2"/>
          <c:tx>
            <c:strRef>
              <c:f>Sheet1!$D$1</c:f>
              <c:strCache>
                <c:ptCount val="1"/>
                <c:pt idx="0">
                  <c:v>Degree</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Wiki-Vote</c:v>
                </c:pt>
                <c:pt idx="1">
                  <c:v>Erdos-Renyi</c:v>
                </c:pt>
                <c:pt idx="2">
                  <c:v>Barabasi-Albert</c:v>
                </c:pt>
              </c:strCache>
            </c:strRef>
          </c:cat>
          <c:val>
            <c:numRef>
              <c:f>Sheet1!$D$2:$D$4</c:f>
              <c:numCache>
                <c:formatCode>General</c:formatCode>
                <c:ptCount val="3"/>
                <c:pt idx="2">
                  <c:v>15</c:v>
                </c:pt>
              </c:numCache>
            </c:numRef>
          </c:val>
          <c:extLst>
            <c:ext xmlns:c16="http://schemas.microsoft.com/office/drawing/2014/chart" uri="{C3380CC4-5D6E-409C-BE32-E72D297353CC}">
              <c16:uniqueId val="{00000004-59E3-4FA5-9E58-797BF4FE7BBB}"/>
            </c:ext>
          </c:extLst>
        </c:ser>
        <c:dLbls>
          <c:dLblPos val="outEnd"/>
          <c:showLegendKey val="0"/>
          <c:showVal val="1"/>
          <c:showCatName val="0"/>
          <c:showSerName val="0"/>
          <c:showPercent val="0"/>
          <c:showBubbleSize val="0"/>
        </c:dLbls>
        <c:gapWidth val="219"/>
        <c:overlap val="-27"/>
        <c:axId val="1647550576"/>
        <c:axId val="1647552016"/>
      </c:barChart>
      <c:catAx>
        <c:axId val="16475505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47552016"/>
        <c:crosses val="autoZero"/>
        <c:auto val="1"/>
        <c:lblAlgn val="ctr"/>
        <c:lblOffset val="100"/>
        <c:noMultiLvlLbl val="0"/>
      </c:catAx>
      <c:valAx>
        <c:axId val="16475520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475505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Max</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In-Degree</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Wiki-Vote</c:v>
                </c:pt>
                <c:pt idx="1">
                  <c:v>Erdos-Renyi</c:v>
                </c:pt>
                <c:pt idx="2">
                  <c:v>Barabasi-Albert</c:v>
                </c:pt>
              </c:strCache>
            </c:strRef>
          </c:cat>
          <c:val>
            <c:numRef>
              <c:f>Sheet1!$B$2:$B$4</c:f>
              <c:numCache>
                <c:formatCode>General</c:formatCode>
                <c:ptCount val="3"/>
                <c:pt idx="0">
                  <c:v>457</c:v>
                </c:pt>
                <c:pt idx="1">
                  <c:v>30</c:v>
                </c:pt>
              </c:numCache>
            </c:numRef>
          </c:val>
          <c:extLst>
            <c:ext xmlns:c16="http://schemas.microsoft.com/office/drawing/2014/chart" uri="{C3380CC4-5D6E-409C-BE32-E72D297353CC}">
              <c16:uniqueId val="{00000000-F37C-4ECB-96F4-1CBD218302A6}"/>
            </c:ext>
          </c:extLst>
        </c:ser>
        <c:ser>
          <c:idx val="1"/>
          <c:order val="1"/>
          <c:tx>
            <c:strRef>
              <c:f>Sheet1!$C$1</c:f>
              <c:strCache>
                <c:ptCount val="1"/>
                <c:pt idx="0">
                  <c:v>Out-Degree</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Wiki-Vote</c:v>
                </c:pt>
                <c:pt idx="1">
                  <c:v>Erdos-Renyi</c:v>
                </c:pt>
                <c:pt idx="2">
                  <c:v>Barabasi-Albert</c:v>
                </c:pt>
              </c:strCache>
            </c:strRef>
          </c:cat>
          <c:val>
            <c:numRef>
              <c:f>Sheet1!$C$2:$C$4</c:f>
              <c:numCache>
                <c:formatCode>General</c:formatCode>
                <c:ptCount val="3"/>
                <c:pt idx="0">
                  <c:v>893</c:v>
                </c:pt>
                <c:pt idx="1">
                  <c:v>34</c:v>
                </c:pt>
              </c:numCache>
            </c:numRef>
          </c:val>
          <c:extLst>
            <c:ext xmlns:c16="http://schemas.microsoft.com/office/drawing/2014/chart" uri="{C3380CC4-5D6E-409C-BE32-E72D297353CC}">
              <c16:uniqueId val="{00000001-F37C-4ECB-96F4-1CBD218302A6}"/>
            </c:ext>
          </c:extLst>
        </c:ser>
        <c:ser>
          <c:idx val="2"/>
          <c:order val="2"/>
          <c:tx>
            <c:strRef>
              <c:f>Sheet1!$D$1</c:f>
              <c:strCache>
                <c:ptCount val="1"/>
                <c:pt idx="0">
                  <c:v>Degree</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Wiki-Vote</c:v>
                </c:pt>
                <c:pt idx="1">
                  <c:v>Erdos-Renyi</c:v>
                </c:pt>
                <c:pt idx="2">
                  <c:v>Barabasi-Albert</c:v>
                </c:pt>
              </c:strCache>
            </c:strRef>
          </c:cat>
          <c:val>
            <c:numRef>
              <c:f>Sheet1!$D$2:$D$4</c:f>
              <c:numCache>
                <c:formatCode>General</c:formatCode>
                <c:ptCount val="3"/>
                <c:pt idx="2">
                  <c:v>688</c:v>
                </c:pt>
              </c:numCache>
            </c:numRef>
          </c:val>
          <c:extLst>
            <c:ext xmlns:c16="http://schemas.microsoft.com/office/drawing/2014/chart" uri="{C3380CC4-5D6E-409C-BE32-E72D297353CC}">
              <c16:uniqueId val="{00000002-F37C-4ECB-96F4-1CBD218302A6}"/>
            </c:ext>
          </c:extLst>
        </c:ser>
        <c:dLbls>
          <c:dLblPos val="outEnd"/>
          <c:showLegendKey val="0"/>
          <c:showVal val="1"/>
          <c:showCatName val="0"/>
          <c:showSerName val="0"/>
          <c:showPercent val="0"/>
          <c:showBubbleSize val="0"/>
        </c:dLbls>
        <c:gapWidth val="219"/>
        <c:overlap val="-27"/>
        <c:axId val="1647550576"/>
        <c:axId val="1647552016"/>
      </c:barChart>
      <c:catAx>
        <c:axId val="16475505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47552016"/>
        <c:crosses val="autoZero"/>
        <c:auto val="1"/>
        <c:lblAlgn val="ctr"/>
        <c:lblOffset val="100"/>
        <c:noMultiLvlLbl val="0"/>
      </c:catAx>
      <c:valAx>
        <c:axId val="16475520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475505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862" b="0" i="0" u="none" strike="noStrike" kern="1200" spc="0" baseline="0">
                <a:solidFill>
                  <a:schemeClr val="tx1">
                    <a:lumMod val="65000"/>
                    <a:lumOff val="35000"/>
                  </a:schemeClr>
                </a:solidFill>
                <a:latin typeface="+mn-lt"/>
                <a:ea typeface="+mn-ea"/>
                <a:cs typeface="+mn-cs"/>
              </a:defRPr>
            </a:pPr>
            <a:r>
              <a:rPr lang="en-US"/>
              <a:t>Avg</a:t>
            </a:r>
          </a:p>
        </c:rich>
      </c:tx>
      <c:overlay val="0"/>
      <c:spPr>
        <a:noFill/>
        <a:ln>
          <a:noFill/>
        </a:ln>
        <a:effectLst/>
      </c:spPr>
      <c:txPr>
        <a:bodyPr rot="0" spcFirstLastPara="1" vertOverflow="ellipsis" vert="horz" wrap="square" anchor="ctr" anchorCtr="1"/>
        <a:lstStyle/>
        <a:p>
          <a:pPr>
            <a:defRPr lang="en-US"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Degree</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lang="en-US"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Wiki-Vote</c:v>
                </c:pt>
                <c:pt idx="1">
                  <c:v>Erdos-Renyi</c:v>
                </c:pt>
                <c:pt idx="2">
                  <c:v>Barabasi-Albert</c:v>
                </c:pt>
              </c:strCache>
            </c:strRef>
          </c:cat>
          <c:val>
            <c:numRef>
              <c:f>Sheet1!$B$2:$B$4</c:f>
              <c:numCache>
                <c:formatCode>General</c:formatCode>
                <c:ptCount val="3"/>
                <c:pt idx="0">
                  <c:v>14.57</c:v>
                </c:pt>
                <c:pt idx="1">
                  <c:v>14.6</c:v>
                </c:pt>
                <c:pt idx="2">
                  <c:v>29.93</c:v>
                </c:pt>
              </c:numCache>
            </c:numRef>
          </c:val>
          <c:extLst>
            <c:ext xmlns:c16="http://schemas.microsoft.com/office/drawing/2014/chart" uri="{C3380CC4-5D6E-409C-BE32-E72D297353CC}">
              <c16:uniqueId val="{00000000-10E4-4B1C-B6C1-F94EF5A31524}"/>
            </c:ext>
          </c:extLst>
        </c:ser>
        <c:dLbls>
          <c:dLblPos val="outEnd"/>
          <c:showLegendKey val="0"/>
          <c:showVal val="1"/>
          <c:showCatName val="0"/>
          <c:showSerName val="0"/>
          <c:showPercent val="0"/>
          <c:showBubbleSize val="0"/>
        </c:dLbls>
        <c:gapWidth val="219"/>
        <c:overlap val="-27"/>
        <c:axId val="1647550576"/>
        <c:axId val="1647552016"/>
      </c:barChart>
      <c:catAx>
        <c:axId val="16475505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197" b="0" i="0" u="none" strike="noStrike" kern="1200" baseline="0">
                <a:solidFill>
                  <a:schemeClr val="tx1">
                    <a:lumMod val="65000"/>
                    <a:lumOff val="35000"/>
                  </a:schemeClr>
                </a:solidFill>
                <a:latin typeface="+mn-lt"/>
                <a:ea typeface="+mn-ea"/>
                <a:cs typeface="+mn-cs"/>
              </a:defRPr>
            </a:pPr>
            <a:endParaRPr lang="en-US"/>
          </a:p>
        </c:txPr>
        <c:crossAx val="1647552016"/>
        <c:crosses val="autoZero"/>
        <c:auto val="1"/>
        <c:lblAlgn val="ctr"/>
        <c:lblOffset val="100"/>
        <c:noMultiLvlLbl val="0"/>
      </c:catAx>
      <c:valAx>
        <c:axId val="16475520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sz="1197" b="0" i="0" u="none" strike="noStrike" kern="1200" baseline="0">
                <a:solidFill>
                  <a:schemeClr val="tx1">
                    <a:lumMod val="65000"/>
                    <a:lumOff val="35000"/>
                  </a:schemeClr>
                </a:solidFill>
                <a:latin typeface="+mn-lt"/>
                <a:ea typeface="+mn-ea"/>
                <a:cs typeface="+mn-cs"/>
              </a:defRPr>
            </a:pPr>
            <a:endParaRPr lang="en-US"/>
          </a:p>
        </c:txPr>
        <c:crossAx val="16475505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en-US"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Nr. Of Connected Components</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Weakly Connected</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Wiki-Vote</c:v>
                </c:pt>
                <c:pt idx="1">
                  <c:v>Erdos-Renyi</c:v>
                </c:pt>
                <c:pt idx="2">
                  <c:v>Barabasi-Albert</c:v>
                </c:pt>
              </c:strCache>
            </c:strRef>
          </c:cat>
          <c:val>
            <c:numRef>
              <c:f>Sheet1!$B$2:$B$4</c:f>
              <c:numCache>
                <c:formatCode>General</c:formatCode>
                <c:ptCount val="3"/>
                <c:pt idx="0">
                  <c:v>24</c:v>
                </c:pt>
                <c:pt idx="1">
                  <c:v>1</c:v>
                </c:pt>
              </c:numCache>
            </c:numRef>
          </c:val>
          <c:extLst>
            <c:ext xmlns:c16="http://schemas.microsoft.com/office/drawing/2014/chart" uri="{C3380CC4-5D6E-409C-BE32-E72D297353CC}">
              <c16:uniqueId val="{00000000-59E3-4FA5-9E58-797BF4FE7BBB}"/>
            </c:ext>
          </c:extLst>
        </c:ser>
        <c:ser>
          <c:idx val="1"/>
          <c:order val="1"/>
          <c:tx>
            <c:strRef>
              <c:f>Sheet1!$C$1</c:f>
              <c:strCache>
                <c:ptCount val="1"/>
                <c:pt idx="0">
                  <c:v>Strongly Connected</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Wiki-Vote</c:v>
                </c:pt>
                <c:pt idx="1">
                  <c:v>Erdos-Renyi</c:v>
                </c:pt>
                <c:pt idx="2">
                  <c:v>Barabasi-Albert</c:v>
                </c:pt>
              </c:strCache>
            </c:strRef>
          </c:cat>
          <c:val>
            <c:numRef>
              <c:f>Sheet1!$C$2:$C$4</c:f>
              <c:numCache>
                <c:formatCode>General</c:formatCode>
                <c:ptCount val="3"/>
                <c:pt idx="0">
                  <c:v>5816</c:v>
                </c:pt>
                <c:pt idx="1">
                  <c:v>1</c:v>
                </c:pt>
              </c:numCache>
            </c:numRef>
          </c:val>
          <c:extLst>
            <c:ext xmlns:c16="http://schemas.microsoft.com/office/drawing/2014/chart" uri="{C3380CC4-5D6E-409C-BE32-E72D297353CC}">
              <c16:uniqueId val="{00000003-59E3-4FA5-9E58-797BF4FE7BBB}"/>
            </c:ext>
          </c:extLst>
        </c:ser>
        <c:ser>
          <c:idx val="2"/>
          <c:order val="2"/>
          <c:tx>
            <c:strRef>
              <c:f>Sheet1!$D$1</c:f>
              <c:strCache>
                <c:ptCount val="1"/>
                <c:pt idx="0">
                  <c:v>Connected</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Wiki-Vote</c:v>
                </c:pt>
                <c:pt idx="1">
                  <c:v>Erdos-Renyi</c:v>
                </c:pt>
                <c:pt idx="2">
                  <c:v>Barabasi-Albert</c:v>
                </c:pt>
              </c:strCache>
            </c:strRef>
          </c:cat>
          <c:val>
            <c:numRef>
              <c:f>Sheet1!$D$2:$D$4</c:f>
              <c:numCache>
                <c:formatCode>General</c:formatCode>
                <c:ptCount val="3"/>
                <c:pt idx="2">
                  <c:v>1</c:v>
                </c:pt>
              </c:numCache>
            </c:numRef>
          </c:val>
          <c:extLst>
            <c:ext xmlns:c16="http://schemas.microsoft.com/office/drawing/2014/chart" uri="{C3380CC4-5D6E-409C-BE32-E72D297353CC}">
              <c16:uniqueId val="{00000004-59E3-4FA5-9E58-797BF4FE7BBB}"/>
            </c:ext>
          </c:extLst>
        </c:ser>
        <c:dLbls>
          <c:dLblPos val="outEnd"/>
          <c:showLegendKey val="0"/>
          <c:showVal val="1"/>
          <c:showCatName val="0"/>
          <c:showSerName val="0"/>
          <c:showPercent val="0"/>
          <c:showBubbleSize val="0"/>
        </c:dLbls>
        <c:gapWidth val="219"/>
        <c:overlap val="-27"/>
        <c:axId val="1647550576"/>
        <c:axId val="1647552016"/>
      </c:barChart>
      <c:catAx>
        <c:axId val="16475505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47552016"/>
        <c:crosses val="autoZero"/>
        <c:auto val="1"/>
        <c:lblAlgn val="ctr"/>
        <c:lblOffset val="100"/>
        <c:noMultiLvlLbl val="0"/>
      </c:catAx>
      <c:valAx>
        <c:axId val="16475520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475505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Size of</a:t>
            </a:r>
            <a:r>
              <a:rPr lang="en-US" baseline="0" dirty="0"/>
              <a:t> Components</a:t>
            </a:r>
            <a:endParaRPr lang="en-US"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Largest Weak Component</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Wiki-Vote</c:v>
                </c:pt>
                <c:pt idx="1">
                  <c:v>Erdos-Renyi</c:v>
                </c:pt>
                <c:pt idx="2">
                  <c:v>Barabasi-Albert</c:v>
                </c:pt>
              </c:strCache>
            </c:strRef>
          </c:cat>
          <c:val>
            <c:numRef>
              <c:f>Sheet1!$B$2:$B$4</c:f>
              <c:numCache>
                <c:formatCode>General</c:formatCode>
                <c:ptCount val="3"/>
                <c:pt idx="0">
                  <c:v>7066</c:v>
                </c:pt>
                <c:pt idx="1">
                  <c:v>7115</c:v>
                </c:pt>
              </c:numCache>
            </c:numRef>
          </c:val>
          <c:extLst>
            <c:ext xmlns:c16="http://schemas.microsoft.com/office/drawing/2014/chart" uri="{C3380CC4-5D6E-409C-BE32-E72D297353CC}">
              <c16:uniqueId val="{00000000-F37C-4ECB-96F4-1CBD218302A6}"/>
            </c:ext>
          </c:extLst>
        </c:ser>
        <c:ser>
          <c:idx val="1"/>
          <c:order val="1"/>
          <c:tx>
            <c:strRef>
              <c:f>Sheet1!$C$1</c:f>
              <c:strCache>
                <c:ptCount val="1"/>
                <c:pt idx="0">
                  <c:v>Largest Strong Component</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Wiki-Vote</c:v>
                </c:pt>
                <c:pt idx="1">
                  <c:v>Erdos-Renyi</c:v>
                </c:pt>
                <c:pt idx="2">
                  <c:v>Barabasi-Albert</c:v>
                </c:pt>
              </c:strCache>
            </c:strRef>
          </c:cat>
          <c:val>
            <c:numRef>
              <c:f>Sheet1!$C$2:$C$4</c:f>
              <c:numCache>
                <c:formatCode>General</c:formatCode>
                <c:ptCount val="3"/>
                <c:pt idx="0">
                  <c:v>1300</c:v>
                </c:pt>
                <c:pt idx="1">
                  <c:v>7115</c:v>
                </c:pt>
              </c:numCache>
            </c:numRef>
          </c:val>
          <c:extLst>
            <c:ext xmlns:c16="http://schemas.microsoft.com/office/drawing/2014/chart" uri="{C3380CC4-5D6E-409C-BE32-E72D297353CC}">
              <c16:uniqueId val="{00000001-F37C-4ECB-96F4-1CBD218302A6}"/>
            </c:ext>
          </c:extLst>
        </c:ser>
        <c:ser>
          <c:idx val="2"/>
          <c:order val="2"/>
          <c:tx>
            <c:strRef>
              <c:f>Sheet1!$D$1</c:f>
              <c:strCache>
                <c:ptCount val="1"/>
                <c:pt idx="0">
                  <c:v>Largest Component</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Wiki-Vote</c:v>
                </c:pt>
                <c:pt idx="1">
                  <c:v>Erdos-Renyi</c:v>
                </c:pt>
                <c:pt idx="2">
                  <c:v>Barabasi-Albert</c:v>
                </c:pt>
              </c:strCache>
            </c:strRef>
          </c:cat>
          <c:val>
            <c:numRef>
              <c:f>Sheet1!$D$2:$D$4</c:f>
              <c:numCache>
                <c:formatCode>General</c:formatCode>
                <c:ptCount val="3"/>
                <c:pt idx="2">
                  <c:v>7115</c:v>
                </c:pt>
              </c:numCache>
            </c:numRef>
          </c:val>
          <c:extLst>
            <c:ext xmlns:c16="http://schemas.microsoft.com/office/drawing/2014/chart" uri="{C3380CC4-5D6E-409C-BE32-E72D297353CC}">
              <c16:uniqueId val="{00000002-F37C-4ECB-96F4-1CBD218302A6}"/>
            </c:ext>
          </c:extLst>
        </c:ser>
        <c:dLbls>
          <c:dLblPos val="outEnd"/>
          <c:showLegendKey val="0"/>
          <c:showVal val="1"/>
          <c:showCatName val="0"/>
          <c:showSerName val="0"/>
          <c:showPercent val="0"/>
          <c:showBubbleSize val="0"/>
        </c:dLbls>
        <c:gapWidth val="219"/>
        <c:overlap val="-27"/>
        <c:axId val="1647550576"/>
        <c:axId val="1647552016"/>
      </c:barChart>
      <c:catAx>
        <c:axId val="16475505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47552016"/>
        <c:crosses val="autoZero"/>
        <c:auto val="1"/>
        <c:lblAlgn val="ctr"/>
        <c:lblOffset val="100"/>
        <c:noMultiLvlLbl val="0"/>
      </c:catAx>
      <c:valAx>
        <c:axId val="16475520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475505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Average Shortest Path</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Avg Shortest Path (weak)</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Wiki-Vote</c:v>
                </c:pt>
                <c:pt idx="1">
                  <c:v>Erdos-Renyi</c:v>
                </c:pt>
                <c:pt idx="2">
                  <c:v>Barabasi-Albert</c:v>
                </c:pt>
              </c:strCache>
            </c:strRef>
          </c:cat>
          <c:val>
            <c:numRef>
              <c:f>Sheet1!$B$2:$B$4</c:f>
              <c:numCache>
                <c:formatCode>General</c:formatCode>
                <c:ptCount val="3"/>
                <c:pt idx="0">
                  <c:v>3.36</c:v>
                </c:pt>
                <c:pt idx="1">
                  <c:v>3.6</c:v>
                </c:pt>
              </c:numCache>
            </c:numRef>
          </c:val>
          <c:extLst>
            <c:ext xmlns:c16="http://schemas.microsoft.com/office/drawing/2014/chart" uri="{C3380CC4-5D6E-409C-BE32-E72D297353CC}">
              <c16:uniqueId val="{00000000-59E3-4FA5-9E58-797BF4FE7BBB}"/>
            </c:ext>
          </c:extLst>
        </c:ser>
        <c:ser>
          <c:idx val="1"/>
          <c:order val="1"/>
          <c:tx>
            <c:strRef>
              <c:f>Sheet1!$C$1</c:f>
              <c:strCache>
                <c:ptCount val="1"/>
                <c:pt idx="0">
                  <c:v>Avg Shortest Path (strong)</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Wiki-Vote</c:v>
                </c:pt>
                <c:pt idx="1">
                  <c:v>Erdos-Renyi</c:v>
                </c:pt>
                <c:pt idx="2">
                  <c:v>Barabasi-Albert</c:v>
                </c:pt>
              </c:strCache>
            </c:strRef>
          </c:cat>
          <c:val>
            <c:numRef>
              <c:f>Sheet1!$C$2:$C$4</c:f>
              <c:numCache>
                <c:formatCode>General</c:formatCode>
                <c:ptCount val="3"/>
                <c:pt idx="0">
                  <c:v>2.84</c:v>
                </c:pt>
                <c:pt idx="1">
                  <c:v>3.6</c:v>
                </c:pt>
              </c:numCache>
            </c:numRef>
          </c:val>
          <c:extLst>
            <c:ext xmlns:c16="http://schemas.microsoft.com/office/drawing/2014/chart" uri="{C3380CC4-5D6E-409C-BE32-E72D297353CC}">
              <c16:uniqueId val="{00000003-59E3-4FA5-9E58-797BF4FE7BBB}"/>
            </c:ext>
          </c:extLst>
        </c:ser>
        <c:ser>
          <c:idx val="2"/>
          <c:order val="2"/>
          <c:tx>
            <c:strRef>
              <c:f>Sheet1!$D$1</c:f>
              <c:strCache>
                <c:ptCount val="1"/>
                <c:pt idx="0">
                  <c:v>Avg Shortest Path</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Wiki-Vote</c:v>
                </c:pt>
                <c:pt idx="1">
                  <c:v>Erdos-Renyi</c:v>
                </c:pt>
                <c:pt idx="2">
                  <c:v>Barabasi-Albert</c:v>
                </c:pt>
              </c:strCache>
            </c:strRef>
          </c:cat>
          <c:val>
            <c:numRef>
              <c:f>Sheet1!$D$2:$D$4</c:f>
              <c:numCache>
                <c:formatCode>General</c:formatCode>
                <c:ptCount val="3"/>
                <c:pt idx="2">
                  <c:v>2.79</c:v>
                </c:pt>
              </c:numCache>
            </c:numRef>
          </c:val>
          <c:extLst>
            <c:ext xmlns:c16="http://schemas.microsoft.com/office/drawing/2014/chart" uri="{C3380CC4-5D6E-409C-BE32-E72D297353CC}">
              <c16:uniqueId val="{00000004-59E3-4FA5-9E58-797BF4FE7BBB}"/>
            </c:ext>
          </c:extLst>
        </c:ser>
        <c:dLbls>
          <c:dLblPos val="outEnd"/>
          <c:showLegendKey val="0"/>
          <c:showVal val="1"/>
          <c:showCatName val="0"/>
          <c:showSerName val="0"/>
          <c:showPercent val="0"/>
          <c:showBubbleSize val="0"/>
        </c:dLbls>
        <c:gapWidth val="219"/>
        <c:overlap val="-27"/>
        <c:axId val="1647550576"/>
        <c:axId val="1647552016"/>
      </c:barChart>
      <c:catAx>
        <c:axId val="16475505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47552016"/>
        <c:crosses val="autoZero"/>
        <c:auto val="1"/>
        <c:lblAlgn val="ctr"/>
        <c:lblOffset val="100"/>
        <c:noMultiLvlLbl val="0"/>
      </c:catAx>
      <c:valAx>
        <c:axId val="16475520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475505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Diameter</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Diameter of Largest Strongly Connected Component</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Wiki-Vote</c:v>
                </c:pt>
                <c:pt idx="1">
                  <c:v>Erdos-Renyi</c:v>
                </c:pt>
                <c:pt idx="2">
                  <c:v>Barabasi-Albert</c:v>
                </c:pt>
              </c:strCache>
            </c:strRef>
          </c:cat>
          <c:val>
            <c:numRef>
              <c:f>Sheet1!$B$2:$B$4</c:f>
              <c:numCache>
                <c:formatCode>General</c:formatCode>
                <c:ptCount val="3"/>
                <c:pt idx="0">
                  <c:v>9</c:v>
                </c:pt>
                <c:pt idx="1">
                  <c:v>5</c:v>
                </c:pt>
              </c:numCache>
            </c:numRef>
          </c:val>
          <c:extLst>
            <c:ext xmlns:c16="http://schemas.microsoft.com/office/drawing/2014/chart" uri="{C3380CC4-5D6E-409C-BE32-E72D297353CC}">
              <c16:uniqueId val="{00000000-F37C-4ECB-96F4-1CBD218302A6}"/>
            </c:ext>
          </c:extLst>
        </c:ser>
        <c:ser>
          <c:idx val="1"/>
          <c:order val="1"/>
          <c:tx>
            <c:strRef>
              <c:f>Sheet1!$C$1</c:f>
              <c:strCache>
                <c:ptCount val="1"/>
                <c:pt idx="0">
                  <c:v>Diameter</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Wiki-Vote</c:v>
                </c:pt>
                <c:pt idx="1">
                  <c:v>Erdos-Renyi</c:v>
                </c:pt>
                <c:pt idx="2">
                  <c:v>Barabasi-Albert</c:v>
                </c:pt>
              </c:strCache>
            </c:strRef>
          </c:cat>
          <c:val>
            <c:numRef>
              <c:f>Sheet1!$C$2:$C$4</c:f>
              <c:numCache>
                <c:formatCode>General</c:formatCode>
                <c:ptCount val="3"/>
                <c:pt idx="2">
                  <c:v>4</c:v>
                </c:pt>
              </c:numCache>
            </c:numRef>
          </c:val>
          <c:extLst>
            <c:ext xmlns:c16="http://schemas.microsoft.com/office/drawing/2014/chart" uri="{C3380CC4-5D6E-409C-BE32-E72D297353CC}">
              <c16:uniqueId val="{00000001-F37C-4ECB-96F4-1CBD218302A6}"/>
            </c:ext>
          </c:extLst>
        </c:ser>
        <c:dLbls>
          <c:dLblPos val="outEnd"/>
          <c:showLegendKey val="0"/>
          <c:showVal val="1"/>
          <c:showCatName val="0"/>
          <c:showSerName val="0"/>
          <c:showPercent val="0"/>
          <c:showBubbleSize val="0"/>
        </c:dLbls>
        <c:gapWidth val="219"/>
        <c:overlap val="-27"/>
        <c:axId val="1647550576"/>
        <c:axId val="1647552016"/>
      </c:barChart>
      <c:catAx>
        <c:axId val="16475505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47552016"/>
        <c:crosses val="autoZero"/>
        <c:auto val="1"/>
        <c:lblAlgn val="ctr"/>
        <c:lblOffset val="100"/>
        <c:noMultiLvlLbl val="0"/>
      </c:catAx>
      <c:valAx>
        <c:axId val="16475520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475505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400" b="0" i="0" u="none" strike="noStrike" kern="1200" spc="0" baseline="0" dirty="0">
                <a:solidFill>
                  <a:prstClr val="black">
                    <a:lumMod val="65000"/>
                    <a:lumOff val="35000"/>
                  </a:prstClr>
                </a:solidFill>
              </a:rPr>
              <a:t>Average Clustering Coefficients</a:t>
            </a:r>
            <a:endParaRPr lang="en-US"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Average Clustering Coefficient (directed)</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Wiki-Vote</c:v>
                </c:pt>
                <c:pt idx="1">
                  <c:v>Erdos-Renyi</c:v>
                </c:pt>
                <c:pt idx="2">
                  <c:v>Barabasi-Albert</c:v>
                </c:pt>
              </c:strCache>
            </c:strRef>
          </c:cat>
          <c:val>
            <c:numRef>
              <c:f>Sheet1!$B$2:$B$4</c:f>
              <c:numCache>
                <c:formatCode>General</c:formatCode>
                <c:ptCount val="3"/>
                <c:pt idx="0">
                  <c:v>8.1600000000000006E-2</c:v>
                </c:pt>
                <c:pt idx="1">
                  <c:v>2E-3</c:v>
                </c:pt>
              </c:numCache>
            </c:numRef>
          </c:val>
          <c:extLst>
            <c:ext xmlns:c16="http://schemas.microsoft.com/office/drawing/2014/chart" uri="{C3380CC4-5D6E-409C-BE32-E72D297353CC}">
              <c16:uniqueId val="{00000000-59E3-4FA5-9E58-797BF4FE7BBB}"/>
            </c:ext>
          </c:extLst>
        </c:ser>
        <c:ser>
          <c:idx val="1"/>
          <c:order val="1"/>
          <c:tx>
            <c:strRef>
              <c:f>Sheet1!$C$1</c:f>
              <c:strCache>
                <c:ptCount val="1"/>
                <c:pt idx="0">
                  <c:v>Average Clustering Coefficient (undirected)</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Wiki-Vote</c:v>
                </c:pt>
                <c:pt idx="1">
                  <c:v>Erdos-Renyi</c:v>
                </c:pt>
                <c:pt idx="2">
                  <c:v>Barabasi-Albert</c:v>
                </c:pt>
              </c:strCache>
            </c:strRef>
          </c:cat>
          <c:val>
            <c:numRef>
              <c:f>Sheet1!$C$2:$C$4</c:f>
              <c:numCache>
                <c:formatCode>General</c:formatCode>
                <c:ptCount val="3"/>
                <c:pt idx="0">
                  <c:v>0.1409</c:v>
                </c:pt>
                <c:pt idx="1">
                  <c:v>4.1000000000000003E-3</c:v>
                </c:pt>
              </c:numCache>
            </c:numRef>
          </c:val>
          <c:extLst>
            <c:ext xmlns:c16="http://schemas.microsoft.com/office/drawing/2014/chart" uri="{C3380CC4-5D6E-409C-BE32-E72D297353CC}">
              <c16:uniqueId val="{00000003-59E3-4FA5-9E58-797BF4FE7BBB}"/>
            </c:ext>
          </c:extLst>
        </c:ser>
        <c:ser>
          <c:idx val="2"/>
          <c:order val="2"/>
          <c:tx>
            <c:strRef>
              <c:f>Sheet1!$D$1</c:f>
              <c:strCache>
                <c:ptCount val="1"/>
                <c:pt idx="0">
                  <c:v>Average Clustering Coefficient</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Wiki-Vote</c:v>
                </c:pt>
                <c:pt idx="1">
                  <c:v>Erdos-Renyi</c:v>
                </c:pt>
                <c:pt idx="2">
                  <c:v>Barabasi-Albert</c:v>
                </c:pt>
              </c:strCache>
            </c:strRef>
          </c:cat>
          <c:val>
            <c:numRef>
              <c:f>Sheet1!$D$2:$D$4</c:f>
              <c:numCache>
                <c:formatCode>General</c:formatCode>
                <c:ptCount val="3"/>
                <c:pt idx="2">
                  <c:v>1.8599999999999998E-2</c:v>
                </c:pt>
              </c:numCache>
            </c:numRef>
          </c:val>
          <c:extLst>
            <c:ext xmlns:c16="http://schemas.microsoft.com/office/drawing/2014/chart" uri="{C3380CC4-5D6E-409C-BE32-E72D297353CC}">
              <c16:uniqueId val="{00000004-59E3-4FA5-9E58-797BF4FE7BBB}"/>
            </c:ext>
          </c:extLst>
        </c:ser>
        <c:dLbls>
          <c:dLblPos val="outEnd"/>
          <c:showLegendKey val="0"/>
          <c:showVal val="1"/>
          <c:showCatName val="0"/>
          <c:showSerName val="0"/>
          <c:showPercent val="0"/>
          <c:showBubbleSize val="0"/>
        </c:dLbls>
        <c:gapWidth val="219"/>
        <c:overlap val="-27"/>
        <c:axId val="1647550576"/>
        <c:axId val="1647552016"/>
      </c:barChart>
      <c:catAx>
        <c:axId val="16475505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47552016"/>
        <c:crosses val="autoZero"/>
        <c:auto val="1"/>
        <c:lblAlgn val="ctr"/>
        <c:lblOffset val="100"/>
        <c:noMultiLvlLbl val="0"/>
      </c:catAx>
      <c:valAx>
        <c:axId val="16475520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475505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Wiki-Vote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Node 4037</c:v>
                </c:pt>
              </c:strCache>
            </c:strRef>
          </c:tx>
          <c:spPr>
            <a:solidFill>
              <a:schemeClr val="accent1"/>
            </a:solidFill>
            <a:ln>
              <a:noFill/>
            </a:ln>
            <a:effectLst/>
          </c:spPr>
          <c:invertIfNegative val="0"/>
          <c:cat>
            <c:strRef>
              <c:f>Sheet1!$A$2:$A$3</c:f>
              <c:strCache>
                <c:ptCount val="2"/>
                <c:pt idx="0">
                  <c:v>In Degree</c:v>
                </c:pt>
                <c:pt idx="1">
                  <c:v>Out Degree</c:v>
                </c:pt>
              </c:strCache>
            </c:strRef>
          </c:cat>
          <c:val>
            <c:numRef>
              <c:f>Sheet1!$B$2:$B$3</c:f>
              <c:numCache>
                <c:formatCode>General</c:formatCode>
                <c:ptCount val="2"/>
                <c:pt idx="0">
                  <c:v>457</c:v>
                </c:pt>
              </c:numCache>
            </c:numRef>
          </c:val>
          <c:extLst>
            <c:ext xmlns:c16="http://schemas.microsoft.com/office/drawing/2014/chart" uri="{C3380CC4-5D6E-409C-BE32-E72D297353CC}">
              <c16:uniqueId val="{00000000-C8CF-4A2B-9753-F412BB110D25}"/>
            </c:ext>
          </c:extLst>
        </c:ser>
        <c:ser>
          <c:idx val="1"/>
          <c:order val="1"/>
          <c:tx>
            <c:strRef>
              <c:f>Sheet1!$C$1</c:f>
              <c:strCache>
                <c:ptCount val="1"/>
                <c:pt idx="0">
                  <c:v>Node 15</c:v>
                </c:pt>
              </c:strCache>
            </c:strRef>
          </c:tx>
          <c:spPr>
            <a:solidFill>
              <a:schemeClr val="accent2"/>
            </a:solidFill>
            <a:ln>
              <a:noFill/>
            </a:ln>
            <a:effectLst/>
          </c:spPr>
          <c:invertIfNegative val="0"/>
          <c:cat>
            <c:strRef>
              <c:f>Sheet1!$A$2:$A$3</c:f>
              <c:strCache>
                <c:ptCount val="2"/>
                <c:pt idx="0">
                  <c:v>In Degree</c:v>
                </c:pt>
                <c:pt idx="1">
                  <c:v>Out Degree</c:v>
                </c:pt>
              </c:strCache>
            </c:strRef>
          </c:cat>
          <c:val>
            <c:numRef>
              <c:f>Sheet1!$C$2:$C$3</c:f>
              <c:numCache>
                <c:formatCode>General</c:formatCode>
                <c:ptCount val="2"/>
                <c:pt idx="0">
                  <c:v>361</c:v>
                </c:pt>
              </c:numCache>
            </c:numRef>
          </c:val>
          <c:extLst>
            <c:ext xmlns:c16="http://schemas.microsoft.com/office/drawing/2014/chart" uri="{C3380CC4-5D6E-409C-BE32-E72D297353CC}">
              <c16:uniqueId val="{00000001-C8CF-4A2B-9753-F412BB110D25}"/>
            </c:ext>
          </c:extLst>
        </c:ser>
        <c:ser>
          <c:idx val="2"/>
          <c:order val="2"/>
          <c:tx>
            <c:strRef>
              <c:f>Sheet1!$D$1</c:f>
              <c:strCache>
                <c:ptCount val="1"/>
                <c:pt idx="0">
                  <c:v>Node 2398</c:v>
                </c:pt>
              </c:strCache>
            </c:strRef>
          </c:tx>
          <c:spPr>
            <a:solidFill>
              <a:schemeClr val="accent3"/>
            </a:solidFill>
            <a:ln>
              <a:noFill/>
            </a:ln>
            <a:effectLst/>
          </c:spPr>
          <c:invertIfNegative val="0"/>
          <c:cat>
            <c:strRef>
              <c:f>Sheet1!$A$2:$A$3</c:f>
              <c:strCache>
                <c:ptCount val="2"/>
                <c:pt idx="0">
                  <c:v>In Degree</c:v>
                </c:pt>
                <c:pt idx="1">
                  <c:v>Out Degree</c:v>
                </c:pt>
              </c:strCache>
            </c:strRef>
          </c:cat>
          <c:val>
            <c:numRef>
              <c:f>Sheet1!$D$2:$D$3</c:f>
              <c:numCache>
                <c:formatCode>General</c:formatCode>
                <c:ptCount val="2"/>
                <c:pt idx="0">
                  <c:v>340</c:v>
                </c:pt>
              </c:numCache>
            </c:numRef>
          </c:val>
          <c:extLst>
            <c:ext xmlns:c16="http://schemas.microsoft.com/office/drawing/2014/chart" uri="{C3380CC4-5D6E-409C-BE32-E72D297353CC}">
              <c16:uniqueId val="{00000002-C8CF-4A2B-9753-F412BB110D25}"/>
            </c:ext>
          </c:extLst>
        </c:ser>
        <c:ser>
          <c:idx val="3"/>
          <c:order val="3"/>
          <c:tx>
            <c:strRef>
              <c:f>Sheet1!$E$1</c:f>
              <c:strCache>
                <c:ptCount val="1"/>
                <c:pt idx="0">
                  <c:v>Node 2565</c:v>
                </c:pt>
              </c:strCache>
            </c:strRef>
          </c:tx>
          <c:spPr>
            <a:solidFill>
              <a:schemeClr val="accent4"/>
            </a:solidFill>
            <a:ln>
              <a:noFill/>
            </a:ln>
            <a:effectLst/>
          </c:spPr>
          <c:invertIfNegative val="0"/>
          <c:cat>
            <c:strRef>
              <c:f>Sheet1!$A$2:$A$3</c:f>
              <c:strCache>
                <c:ptCount val="2"/>
                <c:pt idx="0">
                  <c:v>In Degree</c:v>
                </c:pt>
                <c:pt idx="1">
                  <c:v>Out Degree</c:v>
                </c:pt>
              </c:strCache>
            </c:strRef>
          </c:cat>
          <c:val>
            <c:numRef>
              <c:f>Sheet1!$E$2:$E$3</c:f>
              <c:numCache>
                <c:formatCode>General</c:formatCode>
                <c:ptCount val="2"/>
                <c:pt idx="1">
                  <c:v>893</c:v>
                </c:pt>
              </c:numCache>
            </c:numRef>
          </c:val>
          <c:extLst>
            <c:ext xmlns:c16="http://schemas.microsoft.com/office/drawing/2014/chart" uri="{C3380CC4-5D6E-409C-BE32-E72D297353CC}">
              <c16:uniqueId val="{00000003-C8CF-4A2B-9753-F412BB110D25}"/>
            </c:ext>
          </c:extLst>
        </c:ser>
        <c:ser>
          <c:idx val="4"/>
          <c:order val="4"/>
          <c:tx>
            <c:strRef>
              <c:f>Sheet1!$F$1</c:f>
              <c:strCache>
                <c:ptCount val="1"/>
                <c:pt idx="0">
                  <c:v>Node 766</c:v>
                </c:pt>
              </c:strCache>
            </c:strRef>
          </c:tx>
          <c:spPr>
            <a:solidFill>
              <a:schemeClr val="accent5"/>
            </a:solidFill>
            <a:ln>
              <a:noFill/>
            </a:ln>
            <a:effectLst/>
          </c:spPr>
          <c:invertIfNegative val="0"/>
          <c:cat>
            <c:strRef>
              <c:f>Sheet1!$A$2:$A$3</c:f>
              <c:strCache>
                <c:ptCount val="2"/>
                <c:pt idx="0">
                  <c:v>In Degree</c:v>
                </c:pt>
                <c:pt idx="1">
                  <c:v>Out Degree</c:v>
                </c:pt>
              </c:strCache>
            </c:strRef>
          </c:cat>
          <c:val>
            <c:numRef>
              <c:f>Sheet1!$F$2:$F$3</c:f>
              <c:numCache>
                <c:formatCode>General</c:formatCode>
                <c:ptCount val="2"/>
                <c:pt idx="1">
                  <c:v>773</c:v>
                </c:pt>
              </c:numCache>
            </c:numRef>
          </c:val>
          <c:extLst>
            <c:ext xmlns:c16="http://schemas.microsoft.com/office/drawing/2014/chart" uri="{C3380CC4-5D6E-409C-BE32-E72D297353CC}">
              <c16:uniqueId val="{00000004-C8CF-4A2B-9753-F412BB110D25}"/>
            </c:ext>
          </c:extLst>
        </c:ser>
        <c:ser>
          <c:idx val="5"/>
          <c:order val="5"/>
          <c:tx>
            <c:strRef>
              <c:f>Sheet1!$G$1</c:f>
              <c:strCache>
                <c:ptCount val="1"/>
                <c:pt idx="0">
                  <c:v>Node 11</c:v>
                </c:pt>
              </c:strCache>
            </c:strRef>
          </c:tx>
          <c:spPr>
            <a:solidFill>
              <a:schemeClr val="accent6"/>
            </a:solidFill>
            <a:ln>
              <a:noFill/>
            </a:ln>
            <a:effectLst/>
          </c:spPr>
          <c:invertIfNegative val="0"/>
          <c:cat>
            <c:strRef>
              <c:f>Sheet1!$A$2:$A$3</c:f>
              <c:strCache>
                <c:ptCount val="2"/>
                <c:pt idx="0">
                  <c:v>In Degree</c:v>
                </c:pt>
                <c:pt idx="1">
                  <c:v>Out Degree</c:v>
                </c:pt>
              </c:strCache>
            </c:strRef>
          </c:cat>
          <c:val>
            <c:numRef>
              <c:f>Sheet1!$G$2:$G$3</c:f>
              <c:numCache>
                <c:formatCode>General</c:formatCode>
                <c:ptCount val="2"/>
                <c:pt idx="1">
                  <c:v>743</c:v>
                </c:pt>
              </c:numCache>
            </c:numRef>
          </c:val>
          <c:extLst>
            <c:ext xmlns:c16="http://schemas.microsoft.com/office/drawing/2014/chart" uri="{C3380CC4-5D6E-409C-BE32-E72D297353CC}">
              <c16:uniqueId val="{00000005-C8CF-4A2B-9753-F412BB110D25}"/>
            </c:ext>
          </c:extLst>
        </c:ser>
        <c:dLbls>
          <c:showLegendKey val="0"/>
          <c:showVal val="0"/>
          <c:showCatName val="0"/>
          <c:showSerName val="0"/>
          <c:showPercent val="0"/>
          <c:showBubbleSize val="0"/>
        </c:dLbls>
        <c:gapWidth val="219"/>
        <c:overlap val="-27"/>
        <c:axId val="1290132847"/>
        <c:axId val="1290134287"/>
      </c:barChart>
      <c:catAx>
        <c:axId val="12901328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90134287"/>
        <c:crosses val="autoZero"/>
        <c:auto val="1"/>
        <c:lblAlgn val="ctr"/>
        <c:lblOffset val="100"/>
        <c:noMultiLvlLbl val="0"/>
      </c:catAx>
      <c:valAx>
        <c:axId val="129013428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9013284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b="0" dirty="0">
                <a:effectLst/>
              </a:rPr>
              <a:t>Erdos-</a:t>
            </a:r>
            <a:r>
              <a:rPr lang="en-US" b="0" dirty="0" err="1">
                <a:effectLst/>
              </a:rPr>
              <a:t>Renyi</a:t>
            </a:r>
            <a:endParaRPr lang="en-US" b="0" dirty="0">
              <a:effectLst/>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Node 2671</c:v>
                </c:pt>
              </c:strCache>
            </c:strRef>
          </c:tx>
          <c:spPr>
            <a:solidFill>
              <a:schemeClr val="accent1"/>
            </a:solidFill>
            <a:ln>
              <a:noFill/>
            </a:ln>
            <a:effectLst/>
          </c:spPr>
          <c:invertIfNegative val="0"/>
          <c:cat>
            <c:strRef>
              <c:f>Sheet1!$A$2:$A$3</c:f>
              <c:strCache>
                <c:ptCount val="2"/>
                <c:pt idx="0">
                  <c:v>In Degree</c:v>
                </c:pt>
                <c:pt idx="1">
                  <c:v>Out Degree</c:v>
                </c:pt>
              </c:strCache>
            </c:strRef>
          </c:cat>
          <c:val>
            <c:numRef>
              <c:f>Sheet1!$B$2:$B$3</c:f>
              <c:numCache>
                <c:formatCode>General</c:formatCode>
                <c:ptCount val="2"/>
                <c:pt idx="0">
                  <c:v>30</c:v>
                </c:pt>
              </c:numCache>
            </c:numRef>
          </c:val>
          <c:extLst>
            <c:ext xmlns:c16="http://schemas.microsoft.com/office/drawing/2014/chart" uri="{C3380CC4-5D6E-409C-BE32-E72D297353CC}">
              <c16:uniqueId val="{00000000-B17C-4599-8FB2-D7F6208444F2}"/>
            </c:ext>
          </c:extLst>
        </c:ser>
        <c:ser>
          <c:idx val="1"/>
          <c:order val="1"/>
          <c:tx>
            <c:strRef>
              <c:f>Sheet1!$C$1</c:f>
              <c:strCache>
                <c:ptCount val="1"/>
                <c:pt idx="0">
                  <c:v>Node 2868</c:v>
                </c:pt>
              </c:strCache>
            </c:strRef>
          </c:tx>
          <c:spPr>
            <a:solidFill>
              <a:schemeClr val="accent2"/>
            </a:solidFill>
            <a:ln>
              <a:noFill/>
            </a:ln>
            <a:effectLst/>
          </c:spPr>
          <c:invertIfNegative val="0"/>
          <c:cat>
            <c:strRef>
              <c:f>Sheet1!$A$2:$A$3</c:f>
              <c:strCache>
                <c:ptCount val="2"/>
                <c:pt idx="0">
                  <c:v>In Degree</c:v>
                </c:pt>
                <c:pt idx="1">
                  <c:v>Out Degree</c:v>
                </c:pt>
              </c:strCache>
            </c:strRef>
          </c:cat>
          <c:val>
            <c:numRef>
              <c:f>Sheet1!$C$2:$C$3</c:f>
              <c:numCache>
                <c:formatCode>General</c:formatCode>
                <c:ptCount val="2"/>
                <c:pt idx="0">
                  <c:v>29</c:v>
                </c:pt>
              </c:numCache>
            </c:numRef>
          </c:val>
          <c:extLst>
            <c:ext xmlns:c16="http://schemas.microsoft.com/office/drawing/2014/chart" uri="{C3380CC4-5D6E-409C-BE32-E72D297353CC}">
              <c16:uniqueId val="{00000001-B17C-4599-8FB2-D7F6208444F2}"/>
            </c:ext>
          </c:extLst>
        </c:ser>
        <c:ser>
          <c:idx val="2"/>
          <c:order val="2"/>
          <c:tx>
            <c:strRef>
              <c:f>Sheet1!$D$1</c:f>
              <c:strCache>
                <c:ptCount val="1"/>
                <c:pt idx="0">
                  <c:v>Node 5125</c:v>
                </c:pt>
              </c:strCache>
            </c:strRef>
          </c:tx>
          <c:spPr>
            <a:solidFill>
              <a:schemeClr val="accent3"/>
            </a:solidFill>
            <a:ln>
              <a:noFill/>
            </a:ln>
            <a:effectLst/>
          </c:spPr>
          <c:invertIfNegative val="0"/>
          <c:cat>
            <c:strRef>
              <c:f>Sheet1!$A$2:$A$3</c:f>
              <c:strCache>
                <c:ptCount val="2"/>
                <c:pt idx="0">
                  <c:v>In Degree</c:v>
                </c:pt>
                <c:pt idx="1">
                  <c:v>Out Degree</c:v>
                </c:pt>
              </c:strCache>
            </c:strRef>
          </c:cat>
          <c:val>
            <c:numRef>
              <c:f>Sheet1!$D$2:$D$3</c:f>
              <c:numCache>
                <c:formatCode>General</c:formatCode>
                <c:ptCount val="2"/>
                <c:pt idx="0">
                  <c:v>29</c:v>
                </c:pt>
              </c:numCache>
            </c:numRef>
          </c:val>
          <c:extLst>
            <c:ext xmlns:c16="http://schemas.microsoft.com/office/drawing/2014/chart" uri="{C3380CC4-5D6E-409C-BE32-E72D297353CC}">
              <c16:uniqueId val="{00000002-B17C-4599-8FB2-D7F6208444F2}"/>
            </c:ext>
          </c:extLst>
        </c:ser>
        <c:ser>
          <c:idx val="3"/>
          <c:order val="3"/>
          <c:tx>
            <c:strRef>
              <c:f>Sheet1!$E$1</c:f>
              <c:strCache>
                <c:ptCount val="1"/>
                <c:pt idx="0">
                  <c:v>Node 47</c:v>
                </c:pt>
              </c:strCache>
            </c:strRef>
          </c:tx>
          <c:spPr>
            <a:solidFill>
              <a:schemeClr val="accent4"/>
            </a:solidFill>
            <a:ln>
              <a:noFill/>
            </a:ln>
            <a:effectLst/>
          </c:spPr>
          <c:invertIfNegative val="0"/>
          <c:cat>
            <c:strRef>
              <c:f>Sheet1!$A$2:$A$3</c:f>
              <c:strCache>
                <c:ptCount val="2"/>
                <c:pt idx="0">
                  <c:v>In Degree</c:v>
                </c:pt>
                <c:pt idx="1">
                  <c:v>Out Degree</c:v>
                </c:pt>
              </c:strCache>
            </c:strRef>
          </c:cat>
          <c:val>
            <c:numRef>
              <c:f>Sheet1!$E$2:$E$3</c:f>
              <c:numCache>
                <c:formatCode>General</c:formatCode>
                <c:ptCount val="2"/>
                <c:pt idx="1">
                  <c:v>34</c:v>
                </c:pt>
              </c:numCache>
            </c:numRef>
          </c:val>
          <c:extLst>
            <c:ext xmlns:c16="http://schemas.microsoft.com/office/drawing/2014/chart" uri="{C3380CC4-5D6E-409C-BE32-E72D297353CC}">
              <c16:uniqueId val="{00000003-B17C-4599-8FB2-D7F6208444F2}"/>
            </c:ext>
          </c:extLst>
        </c:ser>
        <c:ser>
          <c:idx val="4"/>
          <c:order val="4"/>
          <c:tx>
            <c:strRef>
              <c:f>Sheet1!$F$1</c:f>
              <c:strCache>
                <c:ptCount val="1"/>
                <c:pt idx="0">
                  <c:v>Node 1974</c:v>
                </c:pt>
              </c:strCache>
            </c:strRef>
          </c:tx>
          <c:spPr>
            <a:solidFill>
              <a:schemeClr val="accent5"/>
            </a:solidFill>
            <a:ln>
              <a:noFill/>
            </a:ln>
            <a:effectLst/>
          </c:spPr>
          <c:invertIfNegative val="0"/>
          <c:cat>
            <c:strRef>
              <c:f>Sheet1!$A$2:$A$3</c:f>
              <c:strCache>
                <c:ptCount val="2"/>
                <c:pt idx="0">
                  <c:v>In Degree</c:v>
                </c:pt>
                <c:pt idx="1">
                  <c:v>Out Degree</c:v>
                </c:pt>
              </c:strCache>
            </c:strRef>
          </c:cat>
          <c:val>
            <c:numRef>
              <c:f>Sheet1!$F$2:$F$3</c:f>
              <c:numCache>
                <c:formatCode>General</c:formatCode>
                <c:ptCount val="2"/>
                <c:pt idx="1">
                  <c:v>32</c:v>
                </c:pt>
              </c:numCache>
            </c:numRef>
          </c:val>
          <c:extLst>
            <c:ext xmlns:c16="http://schemas.microsoft.com/office/drawing/2014/chart" uri="{C3380CC4-5D6E-409C-BE32-E72D297353CC}">
              <c16:uniqueId val="{00000004-B17C-4599-8FB2-D7F6208444F2}"/>
            </c:ext>
          </c:extLst>
        </c:ser>
        <c:ser>
          <c:idx val="5"/>
          <c:order val="5"/>
          <c:tx>
            <c:strRef>
              <c:f>Sheet1!$G$1</c:f>
              <c:strCache>
                <c:ptCount val="1"/>
                <c:pt idx="0">
                  <c:v>Node 543</c:v>
                </c:pt>
              </c:strCache>
            </c:strRef>
          </c:tx>
          <c:spPr>
            <a:solidFill>
              <a:schemeClr val="accent6"/>
            </a:solidFill>
            <a:ln>
              <a:noFill/>
            </a:ln>
            <a:effectLst/>
          </c:spPr>
          <c:invertIfNegative val="0"/>
          <c:cat>
            <c:strRef>
              <c:f>Sheet1!$A$2:$A$3</c:f>
              <c:strCache>
                <c:ptCount val="2"/>
                <c:pt idx="0">
                  <c:v>In Degree</c:v>
                </c:pt>
                <c:pt idx="1">
                  <c:v>Out Degree</c:v>
                </c:pt>
              </c:strCache>
            </c:strRef>
          </c:cat>
          <c:val>
            <c:numRef>
              <c:f>Sheet1!$G$2:$G$3</c:f>
              <c:numCache>
                <c:formatCode>General</c:formatCode>
                <c:ptCount val="2"/>
                <c:pt idx="1">
                  <c:v>30</c:v>
                </c:pt>
              </c:numCache>
            </c:numRef>
          </c:val>
          <c:extLst>
            <c:ext xmlns:c16="http://schemas.microsoft.com/office/drawing/2014/chart" uri="{C3380CC4-5D6E-409C-BE32-E72D297353CC}">
              <c16:uniqueId val="{00000005-B17C-4599-8FB2-D7F6208444F2}"/>
            </c:ext>
          </c:extLst>
        </c:ser>
        <c:dLbls>
          <c:showLegendKey val="0"/>
          <c:showVal val="0"/>
          <c:showCatName val="0"/>
          <c:showSerName val="0"/>
          <c:showPercent val="0"/>
          <c:showBubbleSize val="0"/>
        </c:dLbls>
        <c:gapWidth val="219"/>
        <c:overlap val="-27"/>
        <c:axId val="1290132847"/>
        <c:axId val="1290134287"/>
      </c:barChart>
      <c:catAx>
        <c:axId val="12901328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90134287"/>
        <c:crosses val="autoZero"/>
        <c:auto val="1"/>
        <c:lblAlgn val="ctr"/>
        <c:lblOffset val="100"/>
        <c:noMultiLvlLbl val="0"/>
      </c:catAx>
      <c:valAx>
        <c:axId val="129013428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9013284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862" b="0" i="0" u="none" strike="noStrike" baseline="0" dirty="0" err="1">
                <a:effectLst/>
              </a:rPr>
              <a:t>Barabasi</a:t>
            </a:r>
            <a:r>
              <a:rPr lang="en-US" sz="1862" b="0" i="0" u="none" strike="noStrike" baseline="0" dirty="0">
                <a:effectLst/>
              </a:rPr>
              <a:t>-Albert</a:t>
            </a:r>
            <a:endParaRPr lang="en-US"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Node 0</c:v>
                </c:pt>
              </c:strCache>
            </c:strRef>
          </c:tx>
          <c:spPr>
            <a:solidFill>
              <a:schemeClr val="accent1"/>
            </a:solidFill>
            <a:ln>
              <a:noFill/>
            </a:ln>
            <a:effectLst/>
          </c:spPr>
          <c:invertIfNegative val="0"/>
          <c:cat>
            <c:strRef>
              <c:f>Sheet1!$A$4</c:f>
              <c:strCache>
                <c:ptCount val="1"/>
                <c:pt idx="0">
                  <c:v>Degree</c:v>
                </c:pt>
              </c:strCache>
            </c:strRef>
          </c:cat>
          <c:val>
            <c:numRef>
              <c:f>Sheet1!$B$4</c:f>
              <c:numCache>
                <c:formatCode>General</c:formatCode>
                <c:ptCount val="1"/>
                <c:pt idx="0">
                  <c:v>688</c:v>
                </c:pt>
              </c:numCache>
            </c:numRef>
          </c:val>
          <c:extLst>
            <c:ext xmlns:c16="http://schemas.microsoft.com/office/drawing/2014/chart" uri="{C3380CC4-5D6E-409C-BE32-E72D297353CC}">
              <c16:uniqueId val="{00000000-3816-4444-AE15-0482F101A0DF}"/>
            </c:ext>
          </c:extLst>
        </c:ser>
        <c:ser>
          <c:idx val="1"/>
          <c:order val="1"/>
          <c:tx>
            <c:strRef>
              <c:f>Sheet1!$C$1</c:f>
              <c:strCache>
                <c:ptCount val="1"/>
                <c:pt idx="0">
                  <c:v>Node 16</c:v>
                </c:pt>
              </c:strCache>
            </c:strRef>
          </c:tx>
          <c:spPr>
            <a:solidFill>
              <a:schemeClr val="accent2"/>
            </a:solidFill>
            <a:ln>
              <a:noFill/>
            </a:ln>
            <a:effectLst/>
          </c:spPr>
          <c:invertIfNegative val="0"/>
          <c:cat>
            <c:strRef>
              <c:f>Sheet1!$A$4</c:f>
              <c:strCache>
                <c:ptCount val="1"/>
                <c:pt idx="0">
                  <c:v>Degree</c:v>
                </c:pt>
              </c:strCache>
            </c:strRef>
          </c:cat>
          <c:val>
            <c:numRef>
              <c:f>Sheet1!$C$4</c:f>
              <c:numCache>
                <c:formatCode>General</c:formatCode>
                <c:ptCount val="1"/>
                <c:pt idx="0">
                  <c:v>462</c:v>
                </c:pt>
              </c:numCache>
            </c:numRef>
          </c:val>
          <c:extLst>
            <c:ext xmlns:c16="http://schemas.microsoft.com/office/drawing/2014/chart" uri="{C3380CC4-5D6E-409C-BE32-E72D297353CC}">
              <c16:uniqueId val="{00000001-3816-4444-AE15-0482F101A0DF}"/>
            </c:ext>
          </c:extLst>
        </c:ser>
        <c:ser>
          <c:idx val="2"/>
          <c:order val="2"/>
          <c:tx>
            <c:strRef>
              <c:f>Sheet1!$D$1</c:f>
              <c:strCache>
                <c:ptCount val="1"/>
                <c:pt idx="0">
                  <c:v>Node 21</c:v>
                </c:pt>
              </c:strCache>
            </c:strRef>
          </c:tx>
          <c:spPr>
            <a:solidFill>
              <a:schemeClr val="accent3"/>
            </a:solidFill>
            <a:ln>
              <a:noFill/>
            </a:ln>
            <a:effectLst/>
          </c:spPr>
          <c:invertIfNegative val="0"/>
          <c:cat>
            <c:strRef>
              <c:f>Sheet1!$A$4</c:f>
              <c:strCache>
                <c:ptCount val="1"/>
                <c:pt idx="0">
                  <c:v>Degree</c:v>
                </c:pt>
              </c:strCache>
            </c:strRef>
          </c:cat>
          <c:val>
            <c:numRef>
              <c:f>Sheet1!$D$4</c:f>
              <c:numCache>
                <c:formatCode>General</c:formatCode>
                <c:ptCount val="1"/>
                <c:pt idx="0">
                  <c:v>426</c:v>
                </c:pt>
              </c:numCache>
            </c:numRef>
          </c:val>
          <c:extLst>
            <c:ext xmlns:c16="http://schemas.microsoft.com/office/drawing/2014/chart" uri="{C3380CC4-5D6E-409C-BE32-E72D297353CC}">
              <c16:uniqueId val="{00000002-3816-4444-AE15-0482F101A0DF}"/>
            </c:ext>
          </c:extLst>
        </c:ser>
        <c:dLbls>
          <c:showLegendKey val="0"/>
          <c:showVal val="0"/>
          <c:showCatName val="0"/>
          <c:showSerName val="0"/>
          <c:showPercent val="0"/>
          <c:showBubbleSize val="0"/>
        </c:dLbls>
        <c:gapWidth val="219"/>
        <c:overlap val="-27"/>
        <c:axId val="1290132847"/>
        <c:axId val="1290134287"/>
      </c:barChart>
      <c:catAx>
        <c:axId val="12901328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90134287"/>
        <c:crosses val="autoZero"/>
        <c:auto val="1"/>
        <c:lblAlgn val="ctr"/>
        <c:lblOffset val="100"/>
        <c:noMultiLvlLbl val="0"/>
      </c:catAx>
      <c:valAx>
        <c:axId val="129013428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9013284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Wiki-Vote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Node 4037</c:v>
                </c:pt>
              </c:strCache>
            </c:strRef>
          </c:tx>
          <c:spPr>
            <a:solidFill>
              <a:schemeClr val="accent1"/>
            </a:solidFill>
            <a:ln>
              <a:noFill/>
            </a:ln>
            <a:effectLst/>
          </c:spPr>
          <c:invertIfNegative val="0"/>
          <c:cat>
            <c:strRef>
              <c:f>Sheet1!$A$2</c:f>
              <c:strCache>
                <c:ptCount val="1"/>
                <c:pt idx="0">
                  <c:v>PageRank</c:v>
                </c:pt>
              </c:strCache>
            </c:strRef>
          </c:cat>
          <c:val>
            <c:numRef>
              <c:f>Sheet1!$B$2</c:f>
              <c:numCache>
                <c:formatCode>General</c:formatCode>
                <c:ptCount val="1"/>
                <c:pt idx="0">
                  <c:v>4.5999999999999999E-3</c:v>
                </c:pt>
              </c:numCache>
            </c:numRef>
          </c:val>
          <c:extLst>
            <c:ext xmlns:c16="http://schemas.microsoft.com/office/drawing/2014/chart" uri="{C3380CC4-5D6E-409C-BE32-E72D297353CC}">
              <c16:uniqueId val="{00000000-C8CF-4A2B-9753-F412BB110D25}"/>
            </c:ext>
          </c:extLst>
        </c:ser>
        <c:ser>
          <c:idx val="1"/>
          <c:order val="1"/>
          <c:tx>
            <c:strRef>
              <c:f>Sheet1!$C$1</c:f>
              <c:strCache>
                <c:ptCount val="1"/>
                <c:pt idx="0">
                  <c:v>Node 15</c:v>
                </c:pt>
              </c:strCache>
            </c:strRef>
          </c:tx>
          <c:spPr>
            <a:solidFill>
              <a:schemeClr val="accent2"/>
            </a:solidFill>
            <a:ln>
              <a:noFill/>
            </a:ln>
            <a:effectLst/>
          </c:spPr>
          <c:invertIfNegative val="0"/>
          <c:cat>
            <c:strRef>
              <c:f>Sheet1!$A$2</c:f>
              <c:strCache>
                <c:ptCount val="1"/>
                <c:pt idx="0">
                  <c:v>PageRank</c:v>
                </c:pt>
              </c:strCache>
            </c:strRef>
          </c:cat>
          <c:val>
            <c:numRef>
              <c:f>Sheet1!$C$2</c:f>
              <c:numCache>
                <c:formatCode>General</c:formatCode>
                <c:ptCount val="1"/>
                <c:pt idx="0">
                  <c:v>3.5999999999999999E-3</c:v>
                </c:pt>
              </c:numCache>
            </c:numRef>
          </c:val>
          <c:extLst>
            <c:ext xmlns:c16="http://schemas.microsoft.com/office/drawing/2014/chart" uri="{C3380CC4-5D6E-409C-BE32-E72D297353CC}">
              <c16:uniqueId val="{00000001-C8CF-4A2B-9753-F412BB110D25}"/>
            </c:ext>
          </c:extLst>
        </c:ser>
        <c:ser>
          <c:idx val="2"/>
          <c:order val="2"/>
          <c:tx>
            <c:strRef>
              <c:f>Sheet1!$D$1</c:f>
              <c:strCache>
                <c:ptCount val="1"/>
                <c:pt idx="0">
                  <c:v>Node 6634</c:v>
                </c:pt>
              </c:strCache>
            </c:strRef>
          </c:tx>
          <c:spPr>
            <a:solidFill>
              <a:schemeClr val="accent3"/>
            </a:solidFill>
            <a:ln>
              <a:noFill/>
            </a:ln>
            <a:effectLst/>
          </c:spPr>
          <c:invertIfNegative val="0"/>
          <c:cat>
            <c:strRef>
              <c:f>Sheet1!$A$2</c:f>
              <c:strCache>
                <c:ptCount val="1"/>
                <c:pt idx="0">
                  <c:v>PageRank</c:v>
                </c:pt>
              </c:strCache>
            </c:strRef>
          </c:cat>
          <c:val>
            <c:numRef>
              <c:f>Sheet1!$D$2</c:f>
              <c:numCache>
                <c:formatCode>General</c:formatCode>
                <c:ptCount val="1"/>
                <c:pt idx="0">
                  <c:v>3.5000000000000001E-3</c:v>
                </c:pt>
              </c:numCache>
            </c:numRef>
          </c:val>
          <c:extLst>
            <c:ext xmlns:c16="http://schemas.microsoft.com/office/drawing/2014/chart" uri="{C3380CC4-5D6E-409C-BE32-E72D297353CC}">
              <c16:uniqueId val="{00000002-C8CF-4A2B-9753-F412BB110D25}"/>
            </c:ext>
          </c:extLst>
        </c:ser>
        <c:dLbls>
          <c:showLegendKey val="0"/>
          <c:showVal val="0"/>
          <c:showCatName val="0"/>
          <c:showSerName val="0"/>
          <c:showPercent val="0"/>
          <c:showBubbleSize val="0"/>
        </c:dLbls>
        <c:gapWidth val="219"/>
        <c:overlap val="-27"/>
        <c:axId val="1290132847"/>
        <c:axId val="1290134287"/>
      </c:barChart>
      <c:catAx>
        <c:axId val="12901328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90134287"/>
        <c:crosses val="autoZero"/>
        <c:auto val="1"/>
        <c:lblAlgn val="ctr"/>
        <c:lblOffset val="100"/>
        <c:noMultiLvlLbl val="0"/>
      </c:catAx>
      <c:valAx>
        <c:axId val="129013428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9013284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b="0" dirty="0">
                <a:effectLst/>
              </a:rPr>
              <a:t>Erdos-</a:t>
            </a:r>
            <a:r>
              <a:rPr lang="en-US" b="0" dirty="0" err="1">
                <a:effectLst/>
              </a:rPr>
              <a:t>Renyi</a:t>
            </a:r>
            <a:endParaRPr lang="en-US" b="0" dirty="0">
              <a:effectLst/>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Node 2868</c:v>
                </c:pt>
              </c:strCache>
            </c:strRef>
          </c:tx>
          <c:spPr>
            <a:solidFill>
              <a:schemeClr val="accent1"/>
            </a:solidFill>
            <a:ln>
              <a:noFill/>
            </a:ln>
            <a:effectLst/>
          </c:spPr>
          <c:invertIfNegative val="0"/>
          <c:cat>
            <c:strRef>
              <c:f>Sheet1!$A$2</c:f>
              <c:strCache>
                <c:ptCount val="1"/>
                <c:pt idx="0">
                  <c:v>PageRank</c:v>
                </c:pt>
              </c:strCache>
            </c:strRef>
          </c:cat>
          <c:val>
            <c:numRef>
              <c:f>Sheet1!$B$2</c:f>
              <c:numCache>
                <c:formatCode>General</c:formatCode>
                <c:ptCount val="1"/>
                <c:pt idx="0">
                  <c:v>2.9E-4</c:v>
                </c:pt>
              </c:numCache>
            </c:numRef>
          </c:val>
          <c:extLst>
            <c:ext xmlns:c16="http://schemas.microsoft.com/office/drawing/2014/chart" uri="{C3380CC4-5D6E-409C-BE32-E72D297353CC}">
              <c16:uniqueId val="{00000000-B17C-4599-8FB2-D7F6208444F2}"/>
            </c:ext>
          </c:extLst>
        </c:ser>
        <c:ser>
          <c:idx val="1"/>
          <c:order val="1"/>
          <c:tx>
            <c:strRef>
              <c:f>Sheet1!$C$1</c:f>
              <c:strCache>
                <c:ptCount val="1"/>
                <c:pt idx="0">
                  <c:v>Node 2671</c:v>
                </c:pt>
              </c:strCache>
            </c:strRef>
          </c:tx>
          <c:spPr>
            <a:solidFill>
              <a:schemeClr val="accent2"/>
            </a:solidFill>
            <a:ln>
              <a:noFill/>
            </a:ln>
            <a:effectLst/>
          </c:spPr>
          <c:invertIfNegative val="0"/>
          <c:cat>
            <c:strRef>
              <c:f>Sheet1!$A$2</c:f>
              <c:strCache>
                <c:ptCount val="1"/>
                <c:pt idx="0">
                  <c:v>PageRank</c:v>
                </c:pt>
              </c:strCache>
            </c:strRef>
          </c:cat>
          <c:val>
            <c:numRef>
              <c:f>Sheet1!$C$2</c:f>
              <c:numCache>
                <c:formatCode>General</c:formatCode>
                <c:ptCount val="1"/>
                <c:pt idx="0">
                  <c:v>2.7999999999999998E-4</c:v>
                </c:pt>
              </c:numCache>
            </c:numRef>
          </c:val>
          <c:extLst>
            <c:ext xmlns:c16="http://schemas.microsoft.com/office/drawing/2014/chart" uri="{C3380CC4-5D6E-409C-BE32-E72D297353CC}">
              <c16:uniqueId val="{00000001-B17C-4599-8FB2-D7F6208444F2}"/>
            </c:ext>
          </c:extLst>
        </c:ser>
        <c:ser>
          <c:idx val="2"/>
          <c:order val="2"/>
          <c:tx>
            <c:strRef>
              <c:f>Sheet1!$D$1</c:f>
              <c:strCache>
                <c:ptCount val="1"/>
                <c:pt idx="0">
                  <c:v>Node 1381</c:v>
                </c:pt>
              </c:strCache>
            </c:strRef>
          </c:tx>
          <c:spPr>
            <a:solidFill>
              <a:schemeClr val="accent3"/>
            </a:solidFill>
            <a:ln>
              <a:noFill/>
            </a:ln>
            <a:effectLst/>
          </c:spPr>
          <c:invertIfNegative val="0"/>
          <c:cat>
            <c:strRef>
              <c:f>Sheet1!$A$2</c:f>
              <c:strCache>
                <c:ptCount val="1"/>
                <c:pt idx="0">
                  <c:v>PageRank</c:v>
                </c:pt>
              </c:strCache>
            </c:strRef>
          </c:cat>
          <c:val>
            <c:numRef>
              <c:f>Sheet1!$D$2</c:f>
              <c:numCache>
                <c:formatCode>General</c:formatCode>
                <c:ptCount val="1"/>
                <c:pt idx="0">
                  <c:v>2.5999999999999998E-4</c:v>
                </c:pt>
              </c:numCache>
            </c:numRef>
          </c:val>
          <c:extLst>
            <c:ext xmlns:c16="http://schemas.microsoft.com/office/drawing/2014/chart" uri="{C3380CC4-5D6E-409C-BE32-E72D297353CC}">
              <c16:uniqueId val="{00000002-B17C-4599-8FB2-D7F6208444F2}"/>
            </c:ext>
          </c:extLst>
        </c:ser>
        <c:dLbls>
          <c:showLegendKey val="0"/>
          <c:showVal val="0"/>
          <c:showCatName val="0"/>
          <c:showSerName val="0"/>
          <c:showPercent val="0"/>
          <c:showBubbleSize val="0"/>
        </c:dLbls>
        <c:gapWidth val="219"/>
        <c:overlap val="-27"/>
        <c:axId val="1290132847"/>
        <c:axId val="1290134287"/>
      </c:barChart>
      <c:catAx>
        <c:axId val="12901328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90134287"/>
        <c:crosses val="autoZero"/>
        <c:auto val="1"/>
        <c:lblAlgn val="ctr"/>
        <c:lblOffset val="100"/>
        <c:noMultiLvlLbl val="0"/>
      </c:catAx>
      <c:valAx>
        <c:axId val="129013428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9013284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862" b="0" i="0" u="none" strike="noStrike" baseline="0" dirty="0" err="1">
                <a:effectLst/>
              </a:rPr>
              <a:t>Barabasi</a:t>
            </a:r>
            <a:r>
              <a:rPr lang="en-US" sz="1862" b="0" i="0" u="none" strike="noStrike" baseline="0" dirty="0">
                <a:effectLst/>
              </a:rPr>
              <a:t>-Albert</a:t>
            </a:r>
            <a:endParaRPr lang="en-US"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Node 0</c:v>
                </c:pt>
              </c:strCache>
            </c:strRef>
          </c:tx>
          <c:spPr>
            <a:solidFill>
              <a:schemeClr val="accent1"/>
            </a:solidFill>
            <a:ln>
              <a:noFill/>
            </a:ln>
            <a:effectLst/>
          </c:spPr>
          <c:invertIfNegative val="0"/>
          <c:cat>
            <c:strRef>
              <c:f>Sheet1!$A$2</c:f>
              <c:strCache>
                <c:ptCount val="1"/>
                <c:pt idx="0">
                  <c:v>PageRank</c:v>
                </c:pt>
              </c:strCache>
            </c:strRef>
          </c:cat>
          <c:val>
            <c:numRef>
              <c:f>Sheet1!$B$2</c:f>
              <c:numCache>
                <c:formatCode>General</c:formatCode>
                <c:ptCount val="1"/>
                <c:pt idx="0">
                  <c:v>2.7000000000000001E-3</c:v>
                </c:pt>
              </c:numCache>
            </c:numRef>
          </c:val>
          <c:extLst>
            <c:ext xmlns:c16="http://schemas.microsoft.com/office/drawing/2014/chart" uri="{C3380CC4-5D6E-409C-BE32-E72D297353CC}">
              <c16:uniqueId val="{00000000-3816-4444-AE15-0482F101A0DF}"/>
            </c:ext>
          </c:extLst>
        </c:ser>
        <c:ser>
          <c:idx val="1"/>
          <c:order val="1"/>
          <c:tx>
            <c:strRef>
              <c:f>Sheet1!$C$1</c:f>
              <c:strCache>
                <c:ptCount val="1"/>
                <c:pt idx="0">
                  <c:v>Node 16</c:v>
                </c:pt>
              </c:strCache>
            </c:strRef>
          </c:tx>
          <c:spPr>
            <a:solidFill>
              <a:schemeClr val="accent2"/>
            </a:solidFill>
            <a:ln>
              <a:noFill/>
            </a:ln>
            <a:effectLst/>
          </c:spPr>
          <c:invertIfNegative val="0"/>
          <c:cat>
            <c:strRef>
              <c:f>Sheet1!$A$2</c:f>
              <c:strCache>
                <c:ptCount val="1"/>
                <c:pt idx="0">
                  <c:v>PageRank</c:v>
                </c:pt>
              </c:strCache>
            </c:strRef>
          </c:cat>
          <c:val>
            <c:numRef>
              <c:f>Sheet1!$C$2</c:f>
              <c:numCache>
                <c:formatCode>General</c:formatCode>
                <c:ptCount val="1"/>
                <c:pt idx="0">
                  <c:v>1.8E-3</c:v>
                </c:pt>
              </c:numCache>
            </c:numRef>
          </c:val>
          <c:extLst>
            <c:ext xmlns:c16="http://schemas.microsoft.com/office/drawing/2014/chart" uri="{C3380CC4-5D6E-409C-BE32-E72D297353CC}">
              <c16:uniqueId val="{00000001-3816-4444-AE15-0482F101A0DF}"/>
            </c:ext>
          </c:extLst>
        </c:ser>
        <c:ser>
          <c:idx val="2"/>
          <c:order val="2"/>
          <c:tx>
            <c:strRef>
              <c:f>Sheet1!$D$1</c:f>
              <c:strCache>
                <c:ptCount val="1"/>
                <c:pt idx="0">
                  <c:v>Node 21</c:v>
                </c:pt>
              </c:strCache>
            </c:strRef>
          </c:tx>
          <c:spPr>
            <a:solidFill>
              <a:schemeClr val="accent3"/>
            </a:solidFill>
            <a:ln>
              <a:noFill/>
            </a:ln>
            <a:effectLst/>
          </c:spPr>
          <c:invertIfNegative val="0"/>
          <c:cat>
            <c:strRef>
              <c:f>Sheet1!$A$2</c:f>
              <c:strCache>
                <c:ptCount val="1"/>
                <c:pt idx="0">
                  <c:v>PageRank</c:v>
                </c:pt>
              </c:strCache>
            </c:strRef>
          </c:cat>
          <c:val>
            <c:numRef>
              <c:f>Sheet1!$D$2</c:f>
              <c:numCache>
                <c:formatCode>General</c:formatCode>
                <c:ptCount val="1"/>
                <c:pt idx="0">
                  <c:v>1.6999999999999999E-3</c:v>
                </c:pt>
              </c:numCache>
            </c:numRef>
          </c:val>
          <c:extLst>
            <c:ext xmlns:c16="http://schemas.microsoft.com/office/drawing/2014/chart" uri="{C3380CC4-5D6E-409C-BE32-E72D297353CC}">
              <c16:uniqueId val="{00000002-3816-4444-AE15-0482F101A0DF}"/>
            </c:ext>
          </c:extLst>
        </c:ser>
        <c:dLbls>
          <c:showLegendKey val="0"/>
          <c:showVal val="0"/>
          <c:showCatName val="0"/>
          <c:showSerName val="0"/>
          <c:showPercent val="0"/>
          <c:showBubbleSize val="0"/>
        </c:dLbls>
        <c:gapWidth val="219"/>
        <c:overlap val="-27"/>
        <c:axId val="1290132847"/>
        <c:axId val="1290134287"/>
      </c:barChart>
      <c:catAx>
        <c:axId val="12901328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90134287"/>
        <c:crosses val="autoZero"/>
        <c:auto val="1"/>
        <c:lblAlgn val="ctr"/>
        <c:lblOffset val="100"/>
        <c:noMultiLvlLbl val="0"/>
      </c:catAx>
      <c:valAx>
        <c:axId val="129013428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9013284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Wiki-Vote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Node 2565</c:v>
                </c:pt>
              </c:strCache>
            </c:strRef>
          </c:tx>
          <c:spPr>
            <a:solidFill>
              <a:schemeClr val="accent1"/>
            </a:solidFill>
            <a:ln>
              <a:noFill/>
            </a:ln>
            <a:effectLst/>
          </c:spPr>
          <c:invertIfNegative val="0"/>
          <c:cat>
            <c:strRef>
              <c:f>Sheet1!$A$2</c:f>
              <c:strCache>
                <c:ptCount val="1"/>
                <c:pt idx="0">
                  <c:v>Betweenness</c:v>
                </c:pt>
              </c:strCache>
            </c:strRef>
          </c:cat>
          <c:val>
            <c:numRef>
              <c:f>Sheet1!$B$2</c:f>
              <c:numCache>
                <c:formatCode>General</c:formatCode>
                <c:ptCount val="1"/>
                <c:pt idx="0">
                  <c:v>1.77E-2</c:v>
                </c:pt>
              </c:numCache>
            </c:numRef>
          </c:val>
          <c:extLst>
            <c:ext xmlns:c16="http://schemas.microsoft.com/office/drawing/2014/chart" uri="{C3380CC4-5D6E-409C-BE32-E72D297353CC}">
              <c16:uniqueId val="{00000000-C8CF-4A2B-9753-F412BB110D25}"/>
            </c:ext>
          </c:extLst>
        </c:ser>
        <c:ser>
          <c:idx val="1"/>
          <c:order val="1"/>
          <c:tx>
            <c:strRef>
              <c:f>Sheet1!$C$1</c:f>
              <c:strCache>
                <c:ptCount val="1"/>
                <c:pt idx="0">
                  <c:v>Node 1549</c:v>
                </c:pt>
              </c:strCache>
            </c:strRef>
          </c:tx>
          <c:spPr>
            <a:solidFill>
              <a:schemeClr val="accent2"/>
            </a:solidFill>
            <a:ln>
              <a:noFill/>
            </a:ln>
            <a:effectLst/>
          </c:spPr>
          <c:invertIfNegative val="0"/>
          <c:cat>
            <c:strRef>
              <c:f>Sheet1!$A$2</c:f>
              <c:strCache>
                <c:ptCount val="1"/>
                <c:pt idx="0">
                  <c:v>Betweenness</c:v>
                </c:pt>
              </c:strCache>
            </c:strRef>
          </c:cat>
          <c:val>
            <c:numRef>
              <c:f>Sheet1!$C$2</c:f>
              <c:numCache>
                <c:formatCode>General</c:formatCode>
                <c:ptCount val="1"/>
                <c:pt idx="0">
                  <c:v>1.5599999999999999E-2</c:v>
                </c:pt>
              </c:numCache>
            </c:numRef>
          </c:val>
          <c:extLst>
            <c:ext xmlns:c16="http://schemas.microsoft.com/office/drawing/2014/chart" uri="{C3380CC4-5D6E-409C-BE32-E72D297353CC}">
              <c16:uniqueId val="{00000001-C8CF-4A2B-9753-F412BB110D25}"/>
            </c:ext>
          </c:extLst>
        </c:ser>
        <c:ser>
          <c:idx val="2"/>
          <c:order val="2"/>
          <c:tx>
            <c:strRef>
              <c:f>Sheet1!$D$1</c:f>
              <c:strCache>
                <c:ptCount val="1"/>
                <c:pt idx="0">
                  <c:v>Node 15</c:v>
                </c:pt>
              </c:strCache>
            </c:strRef>
          </c:tx>
          <c:spPr>
            <a:solidFill>
              <a:schemeClr val="accent3"/>
            </a:solidFill>
            <a:ln>
              <a:noFill/>
            </a:ln>
            <a:effectLst/>
          </c:spPr>
          <c:invertIfNegative val="0"/>
          <c:cat>
            <c:strRef>
              <c:f>Sheet1!$A$2</c:f>
              <c:strCache>
                <c:ptCount val="1"/>
                <c:pt idx="0">
                  <c:v>Betweenness</c:v>
                </c:pt>
              </c:strCache>
            </c:strRef>
          </c:cat>
          <c:val>
            <c:numRef>
              <c:f>Sheet1!$D$2</c:f>
              <c:numCache>
                <c:formatCode>General</c:formatCode>
                <c:ptCount val="1"/>
                <c:pt idx="0">
                  <c:v>1.35E-2</c:v>
                </c:pt>
              </c:numCache>
            </c:numRef>
          </c:val>
          <c:extLst>
            <c:ext xmlns:c16="http://schemas.microsoft.com/office/drawing/2014/chart" uri="{C3380CC4-5D6E-409C-BE32-E72D297353CC}">
              <c16:uniqueId val="{00000002-C8CF-4A2B-9753-F412BB110D25}"/>
            </c:ext>
          </c:extLst>
        </c:ser>
        <c:dLbls>
          <c:showLegendKey val="0"/>
          <c:showVal val="0"/>
          <c:showCatName val="0"/>
          <c:showSerName val="0"/>
          <c:showPercent val="0"/>
          <c:showBubbleSize val="0"/>
        </c:dLbls>
        <c:gapWidth val="219"/>
        <c:overlap val="-27"/>
        <c:axId val="1290132847"/>
        <c:axId val="1290134287"/>
      </c:barChart>
      <c:catAx>
        <c:axId val="12901328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90134287"/>
        <c:crosses val="autoZero"/>
        <c:auto val="1"/>
        <c:lblAlgn val="ctr"/>
        <c:lblOffset val="100"/>
        <c:noMultiLvlLbl val="0"/>
      </c:catAx>
      <c:valAx>
        <c:axId val="129013428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9013284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b="0" dirty="0">
                <a:effectLst/>
              </a:rPr>
              <a:t>Erdos-</a:t>
            </a:r>
            <a:r>
              <a:rPr lang="en-US" b="0" dirty="0" err="1">
                <a:effectLst/>
              </a:rPr>
              <a:t>Renyi</a:t>
            </a:r>
            <a:endParaRPr lang="en-US" b="0" dirty="0">
              <a:effectLst/>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Node 5125</c:v>
                </c:pt>
              </c:strCache>
            </c:strRef>
          </c:tx>
          <c:spPr>
            <a:solidFill>
              <a:schemeClr val="accent1"/>
            </a:solidFill>
            <a:ln>
              <a:noFill/>
            </a:ln>
            <a:effectLst/>
          </c:spPr>
          <c:invertIfNegative val="0"/>
          <c:cat>
            <c:strRef>
              <c:f>Sheet1!$A$2</c:f>
              <c:strCache>
                <c:ptCount val="1"/>
                <c:pt idx="0">
                  <c:v>Betweenness</c:v>
                </c:pt>
              </c:strCache>
            </c:strRef>
          </c:cat>
          <c:val>
            <c:numRef>
              <c:f>Sheet1!$B$2</c:f>
              <c:numCache>
                <c:formatCode>General</c:formatCode>
                <c:ptCount val="1"/>
                <c:pt idx="0">
                  <c:v>2.078E-3</c:v>
                </c:pt>
              </c:numCache>
            </c:numRef>
          </c:val>
          <c:extLst>
            <c:ext xmlns:c16="http://schemas.microsoft.com/office/drawing/2014/chart" uri="{C3380CC4-5D6E-409C-BE32-E72D297353CC}">
              <c16:uniqueId val="{00000000-B17C-4599-8FB2-D7F6208444F2}"/>
            </c:ext>
          </c:extLst>
        </c:ser>
        <c:ser>
          <c:idx val="1"/>
          <c:order val="1"/>
          <c:tx>
            <c:strRef>
              <c:f>Sheet1!$C$1</c:f>
              <c:strCache>
                <c:ptCount val="1"/>
                <c:pt idx="0">
                  <c:v>Node 1531</c:v>
                </c:pt>
              </c:strCache>
            </c:strRef>
          </c:tx>
          <c:spPr>
            <a:solidFill>
              <a:schemeClr val="accent2"/>
            </a:solidFill>
            <a:ln>
              <a:noFill/>
            </a:ln>
            <a:effectLst/>
          </c:spPr>
          <c:invertIfNegative val="0"/>
          <c:cat>
            <c:strRef>
              <c:f>Sheet1!$A$2</c:f>
              <c:strCache>
                <c:ptCount val="1"/>
                <c:pt idx="0">
                  <c:v>Betweenness</c:v>
                </c:pt>
              </c:strCache>
            </c:strRef>
          </c:cat>
          <c:val>
            <c:numRef>
              <c:f>Sheet1!$C$2</c:f>
              <c:numCache>
                <c:formatCode>General</c:formatCode>
                <c:ptCount val="1"/>
                <c:pt idx="0">
                  <c:v>2.0630000000000002E-3</c:v>
                </c:pt>
              </c:numCache>
            </c:numRef>
          </c:val>
          <c:extLst>
            <c:ext xmlns:c16="http://schemas.microsoft.com/office/drawing/2014/chart" uri="{C3380CC4-5D6E-409C-BE32-E72D297353CC}">
              <c16:uniqueId val="{00000001-B17C-4599-8FB2-D7F6208444F2}"/>
            </c:ext>
          </c:extLst>
        </c:ser>
        <c:ser>
          <c:idx val="2"/>
          <c:order val="2"/>
          <c:tx>
            <c:strRef>
              <c:f>Sheet1!$D$1</c:f>
              <c:strCache>
                <c:ptCount val="1"/>
                <c:pt idx="0">
                  <c:v>Node 656</c:v>
                </c:pt>
              </c:strCache>
            </c:strRef>
          </c:tx>
          <c:spPr>
            <a:solidFill>
              <a:schemeClr val="accent3"/>
            </a:solidFill>
            <a:ln>
              <a:noFill/>
            </a:ln>
            <a:effectLst/>
          </c:spPr>
          <c:invertIfNegative val="0"/>
          <c:cat>
            <c:strRef>
              <c:f>Sheet1!$A$2</c:f>
              <c:strCache>
                <c:ptCount val="1"/>
                <c:pt idx="0">
                  <c:v>Betweenness</c:v>
                </c:pt>
              </c:strCache>
            </c:strRef>
          </c:cat>
          <c:val>
            <c:numRef>
              <c:f>Sheet1!$D$2</c:f>
              <c:numCache>
                <c:formatCode>General</c:formatCode>
                <c:ptCount val="1"/>
                <c:pt idx="0">
                  <c:v>2.0409999999999998E-3</c:v>
                </c:pt>
              </c:numCache>
            </c:numRef>
          </c:val>
          <c:extLst>
            <c:ext xmlns:c16="http://schemas.microsoft.com/office/drawing/2014/chart" uri="{C3380CC4-5D6E-409C-BE32-E72D297353CC}">
              <c16:uniqueId val="{00000002-B17C-4599-8FB2-D7F6208444F2}"/>
            </c:ext>
          </c:extLst>
        </c:ser>
        <c:dLbls>
          <c:showLegendKey val="0"/>
          <c:showVal val="0"/>
          <c:showCatName val="0"/>
          <c:showSerName val="0"/>
          <c:showPercent val="0"/>
          <c:showBubbleSize val="0"/>
        </c:dLbls>
        <c:gapWidth val="219"/>
        <c:overlap val="-27"/>
        <c:axId val="1290132847"/>
        <c:axId val="1290134287"/>
      </c:barChart>
      <c:catAx>
        <c:axId val="12901328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90134287"/>
        <c:crosses val="autoZero"/>
        <c:auto val="1"/>
        <c:lblAlgn val="ctr"/>
        <c:lblOffset val="100"/>
        <c:noMultiLvlLbl val="0"/>
      </c:catAx>
      <c:valAx>
        <c:axId val="129013428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9013284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862" b="0" i="0" u="none" strike="noStrike" baseline="0" dirty="0" err="1">
                <a:effectLst/>
              </a:rPr>
              <a:t>Barabasi</a:t>
            </a:r>
            <a:r>
              <a:rPr lang="en-US" sz="1862" b="0" i="0" u="none" strike="noStrike" baseline="0" dirty="0">
                <a:effectLst/>
              </a:rPr>
              <a:t>-Albert</a:t>
            </a:r>
            <a:endParaRPr lang="en-US"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Node 0</c:v>
                </c:pt>
              </c:strCache>
            </c:strRef>
          </c:tx>
          <c:spPr>
            <a:solidFill>
              <a:schemeClr val="accent1"/>
            </a:solidFill>
            <a:ln>
              <a:noFill/>
            </a:ln>
            <a:effectLst/>
          </c:spPr>
          <c:invertIfNegative val="0"/>
          <c:cat>
            <c:strRef>
              <c:f>Sheet1!$A$2</c:f>
              <c:strCache>
                <c:ptCount val="1"/>
                <c:pt idx="0">
                  <c:v>Betweenness</c:v>
                </c:pt>
              </c:strCache>
            </c:strRef>
          </c:cat>
          <c:val>
            <c:numRef>
              <c:f>Sheet1!$B$2</c:f>
              <c:numCache>
                <c:formatCode>General</c:formatCode>
                <c:ptCount val="1"/>
                <c:pt idx="0">
                  <c:v>3.8600000000000002E-2</c:v>
                </c:pt>
              </c:numCache>
            </c:numRef>
          </c:val>
          <c:extLst>
            <c:ext xmlns:c16="http://schemas.microsoft.com/office/drawing/2014/chart" uri="{C3380CC4-5D6E-409C-BE32-E72D297353CC}">
              <c16:uniqueId val="{00000000-3816-4444-AE15-0482F101A0DF}"/>
            </c:ext>
          </c:extLst>
        </c:ser>
        <c:ser>
          <c:idx val="1"/>
          <c:order val="1"/>
          <c:tx>
            <c:strRef>
              <c:f>Sheet1!$C$1</c:f>
              <c:strCache>
                <c:ptCount val="1"/>
                <c:pt idx="0">
                  <c:v>Node 18</c:v>
                </c:pt>
              </c:strCache>
            </c:strRef>
          </c:tx>
          <c:spPr>
            <a:solidFill>
              <a:schemeClr val="accent2"/>
            </a:solidFill>
            <a:ln>
              <a:noFill/>
            </a:ln>
            <a:effectLst/>
          </c:spPr>
          <c:invertIfNegative val="0"/>
          <c:cat>
            <c:strRef>
              <c:f>Sheet1!$A$2</c:f>
              <c:strCache>
                <c:ptCount val="1"/>
                <c:pt idx="0">
                  <c:v>Betweenness</c:v>
                </c:pt>
              </c:strCache>
            </c:strRef>
          </c:cat>
          <c:val>
            <c:numRef>
              <c:f>Sheet1!$C$2</c:f>
              <c:numCache>
                <c:formatCode>General</c:formatCode>
                <c:ptCount val="1"/>
                <c:pt idx="0">
                  <c:v>2.64E-2</c:v>
                </c:pt>
              </c:numCache>
            </c:numRef>
          </c:val>
          <c:extLst>
            <c:ext xmlns:c16="http://schemas.microsoft.com/office/drawing/2014/chart" uri="{C3380CC4-5D6E-409C-BE32-E72D297353CC}">
              <c16:uniqueId val="{00000001-3816-4444-AE15-0482F101A0DF}"/>
            </c:ext>
          </c:extLst>
        </c:ser>
        <c:ser>
          <c:idx val="2"/>
          <c:order val="2"/>
          <c:tx>
            <c:strRef>
              <c:f>Sheet1!$D$1</c:f>
              <c:strCache>
                <c:ptCount val="1"/>
                <c:pt idx="0">
                  <c:v>Node 16</c:v>
                </c:pt>
              </c:strCache>
            </c:strRef>
          </c:tx>
          <c:spPr>
            <a:solidFill>
              <a:schemeClr val="accent3"/>
            </a:solidFill>
            <a:ln>
              <a:noFill/>
            </a:ln>
            <a:effectLst/>
          </c:spPr>
          <c:invertIfNegative val="0"/>
          <c:cat>
            <c:strRef>
              <c:f>Sheet1!$A$2</c:f>
              <c:strCache>
                <c:ptCount val="1"/>
                <c:pt idx="0">
                  <c:v>Betweenness</c:v>
                </c:pt>
              </c:strCache>
            </c:strRef>
          </c:cat>
          <c:val>
            <c:numRef>
              <c:f>Sheet1!$D$2</c:f>
              <c:numCache>
                <c:formatCode>General</c:formatCode>
                <c:ptCount val="1"/>
                <c:pt idx="0">
                  <c:v>2.58E-2</c:v>
                </c:pt>
              </c:numCache>
            </c:numRef>
          </c:val>
          <c:extLst>
            <c:ext xmlns:c16="http://schemas.microsoft.com/office/drawing/2014/chart" uri="{C3380CC4-5D6E-409C-BE32-E72D297353CC}">
              <c16:uniqueId val="{00000002-3816-4444-AE15-0482F101A0DF}"/>
            </c:ext>
          </c:extLst>
        </c:ser>
        <c:dLbls>
          <c:showLegendKey val="0"/>
          <c:showVal val="0"/>
          <c:showCatName val="0"/>
          <c:showSerName val="0"/>
          <c:showPercent val="0"/>
          <c:showBubbleSize val="0"/>
        </c:dLbls>
        <c:gapWidth val="219"/>
        <c:overlap val="-27"/>
        <c:axId val="1290132847"/>
        <c:axId val="1290134287"/>
      </c:barChart>
      <c:catAx>
        <c:axId val="12901328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90134287"/>
        <c:crosses val="autoZero"/>
        <c:auto val="1"/>
        <c:lblAlgn val="ctr"/>
        <c:lblOffset val="100"/>
        <c:noMultiLvlLbl val="0"/>
      </c:catAx>
      <c:valAx>
        <c:axId val="129013428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9013284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589D207-BE08-4B33-B5B0-5A5A94C9512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5E58DB9-49DC-495B-A68F-33D105C9065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67A1AC4-3AE8-4F87-AAED-904EC6054702}" type="datetimeFigureOut">
              <a:rPr lang="en-US" smtClean="0"/>
              <a:t>09-Apr-26</a:t>
            </a:fld>
            <a:endParaRPr lang="en-US" dirty="0"/>
          </a:p>
        </p:txBody>
      </p:sp>
      <p:sp>
        <p:nvSpPr>
          <p:cNvPr id="4" name="Footer Placeholder 3">
            <a:extLst>
              <a:ext uri="{FF2B5EF4-FFF2-40B4-BE49-F238E27FC236}">
                <a16:creationId xmlns:a16="http://schemas.microsoft.com/office/drawing/2014/main" id="{7F66337E-DAD5-442C-9B8F-E10EB7D972C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EE3BDF2-02BD-4181-AC28-FD56172CC6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AF8A362-CAFC-4987-9A50-47570528395E}" type="slidenum">
              <a:rPr lang="en-US" smtClean="0"/>
              <a:t>‹#›</a:t>
            </a:fld>
            <a:endParaRPr lang="en-US" dirty="0"/>
          </a:p>
        </p:txBody>
      </p:sp>
    </p:spTree>
    <p:extLst>
      <p:ext uri="{BB962C8B-B14F-4D97-AF65-F5344CB8AC3E}">
        <p14:creationId xmlns:p14="http://schemas.microsoft.com/office/powerpoint/2010/main" val="4523749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556653-6123-4FE4-861F-5F9583BF59B0}" type="datetimeFigureOut">
              <a:rPr lang="en-US" smtClean="0"/>
              <a:t>09-Apr-26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EB602-95FC-483A-B12D-216A7AD7EA24}" type="slidenum">
              <a:rPr lang="en-US" smtClean="0"/>
              <a:t>‹#›</a:t>
            </a:fld>
            <a:endParaRPr lang="en-US" dirty="0"/>
          </a:p>
        </p:txBody>
      </p:sp>
    </p:spTree>
    <p:extLst>
      <p:ext uri="{BB962C8B-B14F-4D97-AF65-F5344CB8AC3E}">
        <p14:creationId xmlns:p14="http://schemas.microsoft.com/office/powerpoint/2010/main" val="1325843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EB602-95FC-483A-B12D-216A7AD7EA24}" type="slidenum">
              <a:rPr lang="en-US" smtClean="0"/>
              <a:t>1</a:t>
            </a:fld>
            <a:endParaRPr lang="en-US" dirty="0"/>
          </a:p>
        </p:txBody>
      </p:sp>
    </p:spTree>
    <p:extLst>
      <p:ext uri="{BB962C8B-B14F-4D97-AF65-F5344CB8AC3E}">
        <p14:creationId xmlns:p14="http://schemas.microsoft.com/office/powerpoint/2010/main" val="335608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F07F282E-55F5-4803-B60F-09BA4600E538}" type="slidenum">
              <a:rPr lang="en-US" smtClean="0"/>
              <a:t>2</a:t>
            </a:fld>
            <a:endParaRPr lang="en-US" dirty="0"/>
          </a:p>
        </p:txBody>
      </p:sp>
    </p:spTree>
    <p:extLst>
      <p:ext uri="{BB962C8B-B14F-4D97-AF65-F5344CB8AC3E}">
        <p14:creationId xmlns:p14="http://schemas.microsoft.com/office/powerpoint/2010/main" val="17274510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EB602-95FC-483A-B12D-216A7AD7EA24}" type="slidenum">
              <a:rPr lang="en-US" smtClean="0"/>
              <a:t>3</a:t>
            </a:fld>
            <a:endParaRPr lang="en-US" dirty="0"/>
          </a:p>
        </p:txBody>
      </p:sp>
    </p:spTree>
    <p:extLst>
      <p:ext uri="{BB962C8B-B14F-4D97-AF65-F5344CB8AC3E}">
        <p14:creationId xmlns:p14="http://schemas.microsoft.com/office/powerpoint/2010/main" val="22216030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EB602-95FC-483A-B12D-216A7AD7EA24}" type="slidenum">
              <a:rPr lang="en-US" smtClean="0"/>
              <a:t>4</a:t>
            </a:fld>
            <a:endParaRPr lang="en-US" dirty="0"/>
          </a:p>
        </p:txBody>
      </p:sp>
    </p:spTree>
    <p:extLst>
      <p:ext uri="{BB962C8B-B14F-4D97-AF65-F5344CB8AC3E}">
        <p14:creationId xmlns:p14="http://schemas.microsoft.com/office/powerpoint/2010/main" val="27143279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4B343-E946-523C-BEBD-3D2ED4C3BA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579FAD-2A80-8CEA-89BB-153BB08275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5CB8C4-B0D9-8A0E-F4DA-679EFBA1FE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6DF49D-38D2-C87B-1961-D7B1BF56A820}"/>
              </a:ext>
            </a:extLst>
          </p:cNvPr>
          <p:cNvSpPr>
            <a:spLocks noGrp="1"/>
          </p:cNvSpPr>
          <p:nvPr>
            <p:ph type="sldNum" sz="quarter" idx="5"/>
          </p:nvPr>
        </p:nvSpPr>
        <p:spPr/>
        <p:txBody>
          <a:bodyPr/>
          <a:lstStyle/>
          <a:p>
            <a:fld id="{54EEB602-95FC-483A-B12D-216A7AD7EA24}" type="slidenum">
              <a:rPr lang="en-US" smtClean="0"/>
              <a:t>5</a:t>
            </a:fld>
            <a:endParaRPr lang="en-US" dirty="0"/>
          </a:p>
        </p:txBody>
      </p:sp>
    </p:spTree>
    <p:extLst>
      <p:ext uri="{BB962C8B-B14F-4D97-AF65-F5344CB8AC3E}">
        <p14:creationId xmlns:p14="http://schemas.microsoft.com/office/powerpoint/2010/main" val="18892065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1CF51-0AA7-6DFA-BEF5-CE8764F071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EF919A-581F-BF16-4805-D7B0E9CCAB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DF309C-9938-24B3-AAE3-855C0FDADB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81E974-D44E-E7C0-56DE-540B04FC58F7}"/>
              </a:ext>
            </a:extLst>
          </p:cNvPr>
          <p:cNvSpPr>
            <a:spLocks noGrp="1"/>
          </p:cNvSpPr>
          <p:nvPr>
            <p:ph type="sldNum" sz="quarter" idx="5"/>
          </p:nvPr>
        </p:nvSpPr>
        <p:spPr/>
        <p:txBody>
          <a:bodyPr/>
          <a:lstStyle/>
          <a:p>
            <a:fld id="{54EEB602-95FC-483A-B12D-216A7AD7EA24}" type="slidenum">
              <a:rPr lang="en-US" smtClean="0"/>
              <a:t>6</a:t>
            </a:fld>
            <a:endParaRPr lang="en-US" dirty="0"/>
          </a:p>
        </p:txBody>
      </p:sp>
    </p:spTree>
    <p:extLst>
      <p:ext uri="{BB962C8B-B14F-4D97-AF65-F5344CB8AC3E}">
        <p14:creationId xmlns:p14="http://schemas.microsoft.com/office/powerpoint/2010/main" val="11192550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92447-BB92-06F2-4A4F-37046C37D8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553D5E-8E7A-17F2-6328-4491B36E6F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793584-F69E-DF08-8646-1CD4621960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CB9B02-8D3C-0EF9-BAF3-3FE97DB72FEE}"/>
              </a:ext>
            </a:extLst>
          </p:cNvPr>
          <p:cNvSpPr>
            <a:spLocks noGrp="1"/>
          </p:cNvSpPr>
          <p:nvPr>
            <p:ph type="sldNum" sz="quarter" idx="5"/>
          </p:nvPr>
        </p:nvSpPr>
        <p:spPr/>
        <p:txBody>
          <a:bodyPr/>
          <a:lstStyle/>
          <a:p>
            <a:fld id="{54EEB602-95FC-483A-B12D-216A7AD7EA24}" type="slidenum">
              <a:rPr lang="en-US" smtClean="0"/>
              <a:t>7</a:t>
            </a:fld>
            <a:endParaRPr lang="en-US" dirty="0"/>
          </a:p>
        </p:txBody>
      </p:sp>
    </p:spTree>
    <p:extLst>
      <p:ext uri="{BB962C8B-B14F-4D97-AF65-F5344CB8AC3E}">
        <p14:creationId xmlns:p14="http://schemas.microsoft.com/office/powerpoint/2010/main" val="40519370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E5C9F-63E3-7715-7B94-CEC2C396A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F445E9-4BAB-552F-1348-737AE94325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85F52F-A9B9-7A71-8DAE-2CB2C2FBEBAA}"/>
              </a:ext>
            </a:extLst>
          </p:cNvPr>
          <p:cNvSpPr>
            <a:spLocks noGrp="1"/>
          </p:cNvSpPr>
          <p:nvPr>
            <p:ph type="body" idx="1"/>
          </p:nvPr>
        </p:nvSpPr>
        <p:spPr/>
        <p:txBody>
          <a:bodyPr/>
          <a:lstStyle/>
          <a:p>
            <a:r>
              <a:rPr lang="en-US" dirty="0"/>
              <a:t>Indicates a tighter network</a:t>
            </a:r>
          </a:p>
        </p:txBody>
      </p:sp>
      <p:sp>
        <p:nvSpPr>
          <p:cNvPr id="4" name="Slide Number Placeholder 3">
            <a:extLst>
              <a:ext uri="{FF2B5EF4-FFF2-40B4-BE49-F238E27FC236}">
                <a16:creationId xmlns:a16="http://schemas.microsoft.com/office/drawing/2014/main" id="{193F7DAC-7F6D-2E40-6B15-7730D4466E74}"/>
              </a:ext>
            </a:extLst>
          </p:cNvPr>
          <p:cNvSpPr>
            <a:spLocks noGrp="1"/>
          </p:cNvSpPr>
          <p:nvPr>
            <p:ph type="sldNum" sz="quarter" idx="5"/>
          </p:nvPr>
        </p:nvSpPr>
        <p:spPr/>
        <p:txBody>
          <a:bodyPr/>
          <a:lstStyle/>
          <a:p>
            <a:fld id="{54EEB602-95FC-483A-B12D-216A7AD7EA24}" type="slidenum">
              <a:rPr lang="en-US" smtClean="0"/>
              <a:t>8</a:t>
            </a:fld>
            <a:endParaRPr lang="en-US" dirty="0"/>
          </a:p>
        </p:txBody>
      </p:sp>
    </p:spTree>
    <p:extLst>
      <p:ext uri="{BB962C8B-B14F-4D97-AF65-F5344CB8AC3E}">
        <p14:creationId xmlns:p14="http://schemas.microsoft.com/office/powerpoint/2010/main" val="32126038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56313-AB0C-4527-26C5-76110DC53E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52214F-F827-5667-D937-43D4027D59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758FE2-E1B7-B57F-86F8-425ACFBF39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590667-3671-F913-1B59-0235E4CBBCC1}"/>
              </a:ext>
            </a:extLst>
          </p:cNvPr>
          <p:cNvSpPr>
            <a:spLocks noGrp="1"/>
          </p:cNvSpPr>
          <p:nvPr>
            <p:ph type="sldNum" sz="quarter" idx="5"/>
          </p:nvPr>
        </p:nvSpPr>
        <p:spPr/>
        <p:txBody>
          <a:bodyPr/>
          <a:lstStyle/>
          <a:p>
            <a:fld id="{54EEB602-95FC-483A-B12D-216A7AD7EA24}" type="slidenum">
              <a:rPr lang="en-US" smtClean="0"/>
              <a:t>9</a:t>
            </a:fld>
            <a:endParaRPr lang="en-US" dirty="0"/>
          </a:p>
        </p:txBody>
      </p:sp>
    </p:spTree>
    <p:extLst>
      <p:ext uri="{BB962C8B-B14F-4D97-AF65-F5344CB8AC3E}">
        <p14:creationId xmlns:p14="http://schemas.microsoft.com/office/powerpoint/2010/main" val="2538224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2BBC4-4282-3B49-3366-8925C5821E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89C72F-F280-E1EE-C089-4DF2D5BE38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B40DE7-D6CC-CEDE-C37A-1381B4A80E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D256BF-0515-F980-13DB-750541A43375}"/>
              </a:ext>
            </a:extLst>
          </p:cNvPr>
          <p:cNvSpPr>
            <a:spLocks noGrp="1"/>
          </p:cNvSpPr>
          <p:nvPr>
            <p:ph type="sldNum" sz="quarter" idx="5"/>
          </p:nvPr>
        </p:nvSpPr>
        <p:spPr/>
        <p:txBody>
          <a:bodyPr/>
          <a:lstStyle/>
          <a:p>
            <a:fld id="{54EEB602-95FC-483A-B12D-216A7AD7EA24}" type="slidenum">
              <a:rPr lang="en-US" smtClean="0"/>
              <a:t>10</a:t>
            </a:fld>
            <a:endParaRPr lang="en-US" dirty="0"/>
          </a:p>
        </p:txBody>
      </p:sp>
    </p:spTree>
    <p:extLst>
      <p:ext uri="{BB962C8B-B14F-4D97-AF65-F5344CB8AC3E}">
        <p14:creationId xmlns:p14="http://schemas.microsoft.com/office/powerpoint/2010/main" val="30509178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5BAFC-FF30-9992-44C7-67113EDB4D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284CF0-B4D2-E58D-3B1A-0E8B68FCD1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A71306-78F3-58E3-AC40-CD0810D12F7D}"/>
              </a:ext>
            </a:extLst>
          </p:cNvPr>
          <p:cNvSpPr>
            <a:spLocks noGrp="1"/>
          </p:cNvSpPr>
          <p:nvPr>
            <p:ph type="body" idx="1"/>
          </p:nvPr>
        </p:nvSpPr>
        <p:spPr/>
        <p:txBody>
          <a:bodyPr/>
          <a:lstStyle/>
          <a:p>
            <a:r>
              <a:rPr lang="en-US" dirty="0"/>
              <a:t>Nodes that have higher control </a:t>
            </a:r>
            <a:r>
              <a:rPr lang="en-US"/>
              <a:t>over the information </a:t>
            </a:r>
            <a:r>
              <a:rPr lang="en-US" dirty="0"/>
              <a:t>flow</a:t>
            </a:r>
          </a:p>
        </p:txBody>
      </p:sp>
      <p:sp>
        <p:nvSpPr>
          <p:cNvPr id="4" name="Slide Number Placeholder 3">
            <a:extLst>
              <a:ext uri="{FF2B5EF4-FFF2-40B4-BE49-F238E27FC236}">
                <a16:creationId xmlns:a16="http://schemas.microsoft.com/office/drawing/2014/main" id="{DDA15B15-1F7D-65D5-BF36-C257472CCABC}"/>
              </a:ext>
            </a:extLst>
          </p:cNvPr>
          <p:cNvSpPr>
            <a:spLocks noGrp="1"/>
          </p:cNvSpPr>
          <p:nvPr>
            <p:ph type="sldNum" sz="quarter" idx="5"/>
          </p:nvPr>
        </p:nvSpPr>
        <p:spPr/>
        <p:txBody>
          <a:bodyPr/>
          <a:lstStyle/>
          <a:p>
            <a:fld id="{54EEB602-95FC-483A-B12D-216A7AD7EA24}" type="slidenum">
              <a:rPr lang="en-US" smtClean="0"/>
              <a:t>11</a:t>
            </a:fld>
            <a:endParaRPr lang="en-US" dirty="0"/>
          </a:p>
        </p:txBody>
      </p:sp>
    </p:spTree>
    <p:extLst>
      <p:ext uri="{BB962C8B-B14F-4D97-AF65-F5344CB8AC3E}">
        <p14:creationId xmlns:p14="http://schemas.microsoft.com/office/powerpoint/2010/main" val="38503417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EB602-95FC-483A-B12D-216A7AD7EA24}" type="slidenum">
              <a:rPr lang="en-US" smtClean="0"/>
              <a:t>12</a:t>
            </a:fld>
            <a:endParaRPr lang="en-US" dirty="0"/>
          </a:p>
        </p:txBody>
      </p:sp>
    </p:spTree>
    <p:extLst>
      <p:ext uri="{BB962C8B-B14F-4D97-AF65-F5344CB8AC3E}">
        <p14:creationId xmlns:p14="http://schemas.microsoft.com/office/powerpoint/2010/main" val="35725550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909DA-74E9-9084-E9CD-B7FE15A31B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40AA4F-0701-1FA0-CD85-3389704405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731E8F-D720-62C8-5BC6-A7976A1778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6FDD56-CCB9-CE55-231C-94B75B0FF9F5}"/>
              </a:ext>
            </a:extLst>
          </p:cNvPr>
          <p:cNvSpPr>
            <a:spLocks noGrp="1"/>
          </p:cNvSpPr>
          <p:nvPr>
            <p:ph type="sldNum" sz="quarter" idx="5"/>
          </p:nvPr>
        </p:nvSpPr>
        <p:spPr/>
        <p:txBody>
          <a:bodyPr/>
          <a:lstStyle/>
          <a:p>
            <a:fld id="{54EEB602-95FC-483A-B12D-216A7AD7EA24}" type="slidenum">
              <a:rPr lang="en-US" smtClean="0"/>
              <a:t>13</a:t>
            </a:fld>
            <a:endParaRPr lang="en-US" dirty="0"/>
          </a:p>
        </p:txBody>
      </p:sp>
    </p:spTree>
    <p:extLst>
      <p:ext uri="{BB962C8B-B14F-4D97-AF65-F5344CB8AC3E}">
        <p14:creationId xmlns:p14="http://schemas.microsoft.com/office/powerpoint/2010/main" val="24332878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A79A8-E446-C411-3DF9-651A5F7F02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1F930F-D455-50CE-6779-466696EA11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CF6FFC-4B72-3AF3-C8E7-C3298E4D7A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D0D0A3-4B09-896B-3D1B-81263D091C2B}"/>
              </a:ext>
            </a:extLst>
          </p:cNvPr>
          <p:cNvSpPr>
            <a:spLocks noGrp="1"/>
          </p:cNvSpPr>
          <p:nvPr>
            <p:ph type="sldNum" sz="quarter" idx="5"/>
          </p:nvPr>
        </p:nvSpPr>
        <p:spPr/>
        <p:txBody>
          <a:bodyPr/>
          <a:lstStyle/>
          <a:p>
            <a:fld id="{54EEB602-95FC-483A-B12D-216A7AD7EA24}" type="slidenum">
              <a:rPr lang="en-US" smtClean="0"/>
              <a:t>14</a:t>
            </a:fld>
            <a:endParaRPr lang="en-US" dirty="0"/>
          </a:p>
        </p:txBody>
      </p:sp>
    </p:spTree>
    <p:extLst>
      <p:ext uri="{BB962C8B-B14F-4D97-AF65-F5344CB8AC3E}">
        <p14:creationId xmlns:p14="http://schemas.microsoft.com/office/powerpoint/2010/main" val="12427745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CCB8E-EEF2-B550-A833-BD89EB89A7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B8957C-70D9-2FB8-52CB-B88E440EB3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292C93-1D3C-F7B1-F665-1CE3686BC1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BA785F-D0E3-B36F-CC81-FF5150F5DF47}"/>
              </a:ext>
            </a:extLst>
          </p:cNvPr>
          <p:cNvSpPr>
            <a:spLocks noGrp="1"/>
          </p:cNvSpPr>
          <p:nvPr>
            <p:ph type="sldNum" sz="quarter" idx="5"/>
          </p:nvPr>
        </p:nvSpPr>
        <p:spPr/>
        <p:txBody>
          <a:bodyPr/>
          <a:lstStyle/>
          <a:p>
            <a:fld id="{54EEB602-95FC-483A-B12D-216A7AD7EA24}" type="slidenum">
              <a:rPr lang="en-US" smtClean="0"/>
              <a:t>15</a:t>
            </a:fld>
            <a:endParaRPr lang="en-US" dirty="0"/>
          </a:p>
        </p:txBody>
      </p:sp>
    </p:spTree>
    <p:extLst>
      <p:ext uri="{BB962C8B-B14F-4D97-AF65-F5344CB8AC3E}">
        <p14:creationId xmlns:p14="http://schemas.microsoft.com/office/powerpoint/2010/main" val="36365300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66272-C108-8FFE-D02A-6587CD2C75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B8FE22-5CCF-8A87-B550-8EE152F64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AD51EF-E6AF-BAA1-F26F-EC9A115E78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E6A325-19FB-8E0F-09C8-A40B8F767444}"/>
              </a:ext>
            </a:extLst>
          </p:cNvPr>
          <p:cNvSpPr>
            <a:spLocks noGrp="1"/>
          </p:cNvSpPr>
          <p:nvPr>
            <p:ph type="sldNum" sz="quarter" idx="5"/>
          </p:nvPr>
        </p:nvSpPr>
        <p:spPr/>
        <p:txBody>
          <a:bodyPr/>
          <a:lstStyle/>
          <a:p>
            <a:fld id="{54EEB602-95FC-483A-B12D-216A7AD7EA24}" type="slidenum">
              <a:rPr lang="en-US" smtClean="0"/>
              <a:t>16</a:t>
            </a:fld>
            <a:endParaRPr lang="en-US" dirty="0"/>
          </a:p>
        </p:txBody>
      </p:sp>
    </p:spTree>
    <p:extLst>
      <p:ext uri="{BB962C8B-B14F-4D97-AF65-F5344CB8AC3E}">
        <p14:creationId xmlns:p14="http://schemas.microsoft.com/office/powerpoint/2010/main" val="5437944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6F80E-7600-5A6D-8D05-25FB1C57FF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C0FB5A-7772-568B-FAB6-08244CBB01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A57474-C564-84E6-7C9A-CE0A0B86FE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27F0DB-FE32-F736-B0BC-AB6013DE70AB}"/>
              </a:ext>
            </a:extLst>
          </p:cNvPr>
          <p:cNvSpPr>
            <a:spLocks noGrp="1"/>
          </p:cNvSpPr>
          <p:nvPr>
            <p:ph type="sldNum" sz="quarter" idx="5"/>
          </p:nvPr>
        </p:nvSpPr>
        <p:spPr/>
        <p:txBody>
          <a:bodyPr/>
          <a:lstStyle/>
          <a:p>
            <a:fld id="{54EEB602-95FC-483A-B12D-216A7AD7EA24}" type="slidenum">
              <a:rPr lang="en-US" smtClean="0"/>
              <a:t>17</a:t>
            </a:fld>
            <a:endParaRPr lang="en-US" dirty="0"/>
          </a:p>
        </p:txBody>
      </p:sp>
    </p:spTree>
    <p:extLst>
      <p:ext uri="{BB962C8B-B14F-4D97-AF65-F5344CB8AC3E}">
        <p14:creationId xmlns:p14="http://schemas.microsoft.com/office/powerpoint/2010/main" val="25451756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CEE21-0C01-0317-AEA7-B6EC97F97E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A19A1F-C6E9-EBFE-1BF2-1AD2BA10BD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8A7C78-2AB8-D0E0-1D49-07A1922D0B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6C1CAD-E77F-5377-A6CA-550216B3BE5A}"/>
              </a:ext>
            </a:extLst>
          </p:cNvPr>
          <p:cNvSpPr>
            <a:spLocks noGrp="1"/>
          </p:cNvSpPr>
          <p:nvPr>
            <p:ph type="sldNum" sz="quarter" idx="5"/>
          </p:nvPr>
        </p:nvSpPr>
        <p:spPr/>
        <p:txBody>
          <a:bodyPr/>
          <a:lstStyle/>
          <a:p>
            <a:fld id="{54EEB602-95FC-483A-B12D-216A7AD7EA24}" type="slidenum">
              <a:rPr lang="en-US" smtClean="0"/>
              <a:t>18</a:t>
            </a:fld>
            <a:endParaRPr lang="en-US" dirty="0"/>
          </a:p>
        </p:txBody>
      </p:sp>
    </p:spTree>
    <p:extLst>
      <p:ext uri="{BB962C8B-B14F-4D97-AF65-F5344CB8AC3E}">
        <p14:creationId xmlns:p14="http://schemas.microsoft.com/office/powerpoint/2010/main" val="24765856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0EC92-ED6E-8A4D-220F-F093DEE6E4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5960B5-92AA-AAA5-CE78-EF33904B11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6EA05B-142B-4474-2CFF-5EDCD85F332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230BD975-B4CD-6D0A-127E-80F6026BBDA5}"/>
              </a:ext>
            </a:extLst>
          </p:cNvPr>
          <p:cNvSpPr>
            <a:spLocks noGrp="1"/>
          </p:cNvSpPr>
          <p:nvPr>
            <p:ph type="sldNum" sz="quarter" idx="5"/>
          </p:nvPr>
        </p:nvSpPr>
        <p:spPr/>
        <p:txBody>
          <a:bodyPr/>
          <a:lstStyle/>
          <a:p>
            <a:fld id="{F07F282E-55F5-4803-B60F-09BA4600E538}" type="slidenum">
              <a:rPr lang="en-US" smtClean="0"/>
              <a:t>19</a:t>
            </a:fld>
            <a:endParaRPr lang="en-US" dirty="0"/>
          </a:p>
        </p:txBody>
      </p:sp>
    </p:spTree>
    <p:extLst>
      <p:ext uri="{BB962C8B-B14F-4D97-AF65-F5344CB8AC3E}">
        <p14:creationId xmlns:p14="http://schemas.microsoft.com/office/powerpoint/2010/main" val="23353752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A3973-D3D2-39B5-F263-76134CD124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7FE1D5-B8F4-2417-7D29-280BC7A7FB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E7EDF2-30BD-0CB0-FC1C-AE42EC89F1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8B3662-8593-9401-BF91-9F4CB9D34F88}"/>
              </a:ext>
            </a:extLst>
          </p:cNvPr>
          <p:cNvSpPr>
            <a:spLocks noGrp="1"/>
          </p:cNvSpPr>
          <p:nvPr>
            <p:ph type="sldNum" sz="quarter" idx="5"/>
          </p:nvPr>
        </p:nvSpPr>
        <p:spPr/>
        <p:txBody>
          <a:bodyPr/>
          <a:lstStyle/>
          <a:p>
            <a:fld id="{54EEB602-95FC-483A-B12D-216A7AD7EA24}" type="slidenum">
              <a:rPr lang="en-US" smtClean="0"/>
              <a:t>20</a:t>
            </a:fld>
            <a:endParaRPr lang="en-US" dirty="0"/>
          </a:p>
        </p:txBody>
      </p:sp>
    </p:spTree>
    <p:extLst>
      <p:ext uri="{BB962C8B-B14F-4D97-AF65-F5344CB8AC3E}">
        <p14:creationId xmlns:p14="http://schemas.microsoft.com/office/powerpoint/2010/main" val="12056078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EE62E-E80F-FB66-AC39-BE170A786D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9A0127-A497-0861-CDA1-B5FF1CA760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C554A9-A421-C8B0-3672-E83DD389FE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1B6973-303D-9FDE-BB2E-356D0A22E369}"/>
              </a:ext>
            </a:extLst>
          </p:cNvPr>
          <p:cNvSpPr>
            <a:spLocks noGrp="1"/>
          </p:cNvSpPr>
          <p:nvPr>
            <p:ph type="sldNum" sz="quarter" idx="5"/>
          </p:nvPr>
        </p:nvSpPr>
        <p:spPr/>
        <p:txBody>
          <a:bodyPr/>
          <a:lstStyle/>
          <a:p>
            <a:fld id="{54EEB602-95FC-483A-B12D-216A7AD7EA24}" type="slidenum">
              <a:rPr lang="en-US" smtClean="0"/>
              <a:t>21</a:t>
            </a:fld>
            <a:endParaRPr lang="en-US" dirty="0"/>
          </a:p>
        </p:txBody>
      </p:sp>
    </p:spTree>
    <p:extLst>
      <p:ext uri="{BB962C8B-B14F-4D97-AF65-F5344CB8AC3E}">
        <p14:creationId xmlns:p14="http://schemas.microsoft.com/office/powerpoint/2010/main" val="12228385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3D607-7B6D-B612-4B14-578F267BDC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8A06B3-6004-B054-F90A-9D54B55008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8C2725-DEF6-6839-3EBD-BB9BE76DA2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0968F8-B541-44F9-3F0A-2EEB7018584C}"/>
              </a:ext>
            </a:extLst>
          </p:cNvPr>
          <p:cNvSpPr>
            <a:spLocks noGrp="1"/>
          </p:cNvSpPr>
          <p:nvPr>
            <p:ph type="sldNum" sz="quarter" idx="5"/>
          </p:nvPr>
        </p:nvSpPr>
        <p:spPr/>
        <p:txBody>
          <a:bodyPr/>
          <a:lstStyle/>
          <a:p>
            <a:fld id="{54EEB602-95FC-483A-B12D-216A7AD7EA24}" type="slidenum">
              <a:rPr lang="en-US" smtClean="0"/>
              <a:t>22</a:t>
            </a:fld>
            <a:endParaRPr lang="en-US" dirty="0"/>
          </a:p>
        </p:txBody>
      </p:sp>
    </p:spTree>
    <p:extLst>
      <p:ext uri="{BB962C8B-B14F-4D97-AF65-F5344CB8AC3E}">
        <p14:creationId xmlns:p14="http://schemas.microsoft.com/office/powerpoint/2010/main" val="17061147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04262-32CA-2609-CF50-1D57047E05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A3EB1F-F072-78A8-599C-2099E8AB37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596E11-D085-E645-4F91-F3C0132AC6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FB4E6D-B015-0E86-C5AE-197528954347}"/>
              </a:ext>
            </a:extLst>
          </p:cNvPr>
          <p:cNvSpPr>
            <a:spLocks noGrp="1"/>
          </p:cNvSpPr>
          <p:nvPr>
            <p:ph type="sldNum" sz="quarter" idx="5"/>
          </p:nvPr>
        </p:nvSpPr>
        <p:spPr/>
        <p:txBody>
          <a:bodyPr/>
          <a:lstStyle/>
          <a:p>
            <a:fld id="{54EEB602-95FC-483A-B12D-216A7AD7EA24}" type="slidenum">
              <a:rPr lang="en-US" smtClean="0"/>
              <a:t>23</a:t>
            </a:fld>
            <a:endParaRPr lang="en-US" dirty="0"/>
          </a:p>
        </p:txBody>
      </p:sp>
    </p:spTree>
    <p:extLst>
      <p:ext uri="{BB962C8B-B14F-4D97-AF65-F5344CB8AC3E}">
        <p14:creationId xmlns:p14="http://schemas.microsoft.com/office/powerpoint/2010/main" val="13982739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C2E2A-E110-6DF8-61F7-B7C2B7B776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24F400-35DB-5BE1-F677-2AE993D2BD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0510FB-8344-BE7A-8738-B2DF8CEB92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6C7391-8227-5F54-8F86-39D66B7E16EA}"/>
              </a:ext>
            </a:extLst>
          </p:cNvPr>
          <p:cNvSpPr>
            <a:spLocks noGrp="1"/>
          </p:cNvSpPr>
          <p:nvPr>
            <p:ph type="sldNum" sz="quarter" idx="5"/>
          </p:nvPr>
        </p:nvSpPr>
        <p:spPr/>
        <p:txBody>
          <a:bodyPr/>
          <a:lstStyle/>
          <a:p>
            <a:fld id="{54EEB602-95FC-483A-B12D-216A7AD7EA24}" type="slidenum">
              <a:rPr lang="en-US" smtClean="0"/>
              <a:t>24</a:t>
            </a:fld>
            <a:endParaRPr lang="en-US" dirty="0"/>
          </a:p>
        </p:txBody>
      </p:sp>
    </p:spTree>
    <p:extLst>
      <p:ext uri="{BB962C8B-B14F-4D97-AF65-F5344CB8AC3E}">
        <p14:creationId xmlns:p14="http://schemas.microsoft.com/office/powerpoint/2010/main" val="33074937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F07F282E-55F5-4803-B60F-09BA4600E538}" type="slidenum">
              <a:rPr lang="en-US" smtClean="0"/>
              <a:t>25</a:t>
            </a:fld>
            <a:endParaRPr lang="en-US" dirty="0"/>
          </a:p>
        </p:txBody>
      </p:sp>
    </p:spTree>
    <p:extLst>
      <p:ext uri="{BB962C8B-B14F-4D97-AF65-F5344CB8AC3E}">
        <p14:creationId xmlns:p14="http://schemas.microsoft.com/office/powerpoint/2010/main" val="5806978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D69555-EE48-4B19-812B-4E1068DBF976}"/>
              </a:ext>
            </a:extLst>
          </p:cNvPr>
          <p:cNvSpPr/>
          <p:nvPr/>
        </p:nvSpPr>
        <p:spPr>
          <a:xfrm>
            <a:off x="7573754" y="0"/>
            <a:ext cx="4618246"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57">
            <a:extLst>
              <a:ext uri="{FF2B5EF4-FFF2-40B4-BE49-F238E27FC236}">
                <a16:creationId xmlns:a16="http://schemas.microsoft.com/office/drawing/2014/main" id="{57AEB73D-F521-4B19-820F-12DB6BCC8406}"/>
              </a:ext>
            </a:extLst>
          </p:cNvPr>
          <p:cNvSpPr/>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sp>
      <p:sp>
        <p:nvSpPr>
          <p:cNvPr id="2" name="Title 1"/>
          <p:cNvSpPr>
            <a:spLocks noGrp="1"/>
          </p:cNvSpPr>
          <p:nvPr>
            <p:ph type="ctrTitle"/>
          </p:nvPr>
        </p:nvSpPr>
        <p:spPr>
          <a:xfrm>
            <a:off x="855388" y="863068"/>
            <a:ext cx="6007691" cy="4985916"/>
          </a:xfrm>
        </p:spPr>
        <p:txBody>
          <a:bodyPr anchor="ctr">
            <a:noAutofit/>
          </a:bodyPr>
          <a:lstStyle>
            <a:lvl1pPr algn="l">
              <a:lnSpc>
                <a:spcPct val="125000"/>
              </a:lnSpc>
              <a:defRPr sz="6000" b="0" cap="all" spc="150" baseline="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197352" y="863068"/>
            <a:ext cx="3351729" cy="5120069"/>
          </a:xfrm>
        </p:spPr>
        <p:txBody>
          <a:bodyPr anchor="ctr">
            <a:normAutofit/>
          </a:bodyPr>
          <a:lstStyle>
            <a:lvl1pPr marL="0" indent="0" algn="l">
              <a:lnSpc>
                <a:spcPct val="150000"/>
              </a:lnSpc>
              <a:buNone/>
              <a:defRPr sz="2400" b="0" cap="none" baseline="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Rectangle 6">
            <a:extLst>
              <a:ext uri="{FF2B5EF4-FFF2-40B4-BE49-F238E27FC236}">
                <a16:creationId xmlns:a16="http://schemas.microsoft.com/office/drawing/2014/main" id="{6B72EEBA-3A5D-41CE-8465-A45A0F65674E}"/>
              </a:ext>
            </a:extLst>
          </p:cNvPr>
          <p:cNvSpPr/>
          <p:nvPr/>
        </p:nvSpPr>
        <p:spPr>
          <a:xfrm rot="5400000">
            <a:off x="410121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ate Placeholder 12">
            <a:extLst>
              <a:ext uri="{FF2B5EF4-FFF2-40B4-BE49-F238E27FC236}">
                <a16:creationId xmlns:a16="http://schemas.microsoft.com/office/drawing/2014/main" id="{79F4CF2F-CDFA-4A37-837C-819D5238EAB4}"/>
              </a:ext>
            </a:extLst>
          </p:cNvPr>
          <p:cNvSpPr>
            <a:spLocks noGrp="1"/>
          </p:cNvSpPr>
          <p:nvPr>
            <p:ph type="dt" sz="half" idx="10"/>
          </p:nvPr>
        </p:nvSpPr>
        <p:spPr>
          <a:xfrm>
            <a:off x="8197353" y="6309360"/>
            <a:ext cx="2151134" cy="457200"/>
          </a:xfrm>
        </p:spPr>
        <p:txBody>
          <a:bodyPr/>
          <a:lstStyle/>
          <a:p>
            <a:r>
              <a:rPr lang="en-US"/>
              <a:t>9/8/20XX</a:t>
            </a:r>
            <a:endParaRPr lang="en-US" dirty="0"/>
          </a:p>
        </p:txBody>
      </p:sp>
      <p:sp>
        <p:nvSpPr>
          <p:cNvPr id="15" name="Footer Placeholder 14">
            <a:extLst>
              <a:ext uri="{FF2B5EF4-FFF2-40B4-BE49-F238E27FC236}">
                <a16:creationId xmlns:a16="http://schemas.microsoft.com/office/drawing/2014/main" id="{CFECE62A-61A4-407D-8F0B-D459CD977C75}"/>
              </a:ext>
            </a:extLst>
          </p:cNvPr>
          <p:cNvSpPr>
            <a:spLocks noGrp="1"/>
          </p:cNvSpPr>
          <p:nvPr>
            <p:ph type="ftr" sz="quarter" idx="11"/>
          </p:nvPr>
        </p:nvSpPr>
        <p:spPr>
          <a:xfrm>
            <a:off x="855388" y="6309360"/>
            <a:ext cx="6007691" cy="457200"/>
          </a:xfrm>
        </p:spPr>
        <p:txBody>
          <a:bodyPr/>
          <a:lstStyle>
            <a:lvl1pPr algn="r">
              <a:defRPr/>
            </a:lvl1pPr>
          </a:lstStyle>
          <a:p>
            <a:r>
              <a:rPr lang="en-US"/>
              <a:t>Presentation Title</a:t>
            </a:r>
            <a:endParaRPr lang="en-US" dirty="0"/>
          </a:p>
        </p:txBody>
      </p:sp>
      <p:sp>
        <p:nvSpPr>
          <p:cNvPr id="27" name="Slide Number Placeholder 26">
            <a:extLst>
              <a:ext uri="{FF2B5EF4-FFF2-40B4-BE49-F238E27FC236}">
                <a16:creationId xmlns:a16="http://schemas.microsoft.com/office/drawing/2014/main" id="{99FE60A9-FE2A-451F-9244-60FCE7FE9AD7}"/>
              </a:ext>
            </a:extLst>
          </p:cNvPr>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2836721537"/>
      </p:ext>
    </p:extLst>
  </p:cSld>
  <p:clrMapOvr>
    <a:masterClrMapping/>
  </p:clrMapOvr>
  <p:hf sldNum="0" hdr="0" ftr="0" dt="0"/>
  <p:extLst>
    <p:ext uri="{DCECCB84-F9BA-43D5-87BE-67443E8EF086}">
      <p15:sldGuideLst xmlns:p15="http://schemas.microsoft.com/office/powerpoint/2012/main">
        <p15:guide id="1" orient="horz" pos="40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9/8/20XX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231846029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FD12B6-57DE-4B63-A723-500B050FB7DD}"/>
              </a:ext>
            </a:extLst>
          </p:cNvPr>
          <p:cNvSpPr/>
          <p:nvPr/>
        </p:nvSpPr>
        <p:spPr>
          <a:xfrm>
            <a:off x="0" y="4215384"/>
            <a:ext cx="12192000" cy="2642616"/>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5316" y="1406284"/>
            <a:ext cx="10593694" cy="2597841"/>
          </a:xfrm>
        </p:spPr>
        <p:txBody>
          <a:bodyPr anchor="b">
            <a:normAutofit/>
          </a:bodyPr>
          <a:lstStyle>
            <a:lvl1pPr algn="ctr">
              <a:lnSpc>
                <a:spcPct val="125000"/>
              </a:lnSpc>
              <a:defRPr sz="4400" baseline="0">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2818312" y="4527856"/>
            <a:ext cx="6559018" cy="1570245"/>
          </a:xfrm>
        </p:spPr>
        <p:txBody>
          <a:bodyPr anchor="t">
            <a:normAutofit/>
          </a:bodyPr>
          <a:lstStyle>
            <a:lvl1pPr marL="0" indent="0" algn="ctr">
              <a:lnSpc>
                <a:spcPct val="130000"/>
              </a:lnSpc>
              <a:spcBef>
                <a:spcPts val="0"/>
              </a:spcBef>
              <a:buNone/>
              <a:defRPr sz="2400" b="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5F1E2E75-4758-4930-8024-39287C962987}"/>
              </a:ext>
            </a:extLst>
          </p:cNvPr>
          <p:cNvSpPr>
            <a:spLocks noGrp="1"/>
          </p:cNvSpPr>
          <p:nvPr>
            <p:ph type="dt" sz="half" idx="10"/>
          </p:nvPr>
        </p:nvSpPr>
        <p:spPr/>
        <p:txBody>
          <a:bodyPr/>
          <a:lstStyle/>
          <a:p>
            <a:r>
              <a:rPr lang="en-US"/>
              <a:t>9/8/20XX</a:t>
            </a:r>
            <a:endParaRPr lang="en-US" dirty="0"/>
          </a:p>
        </p:txBody>
      </p:sp>
      <p:sp>
        <p:nvSpPr>
          <p:cNvPr id="8" name="Footer Placeholder 7">
            <a:extLst>
              <a:ext uri="{FF2B5EF4-FFF2-40B4-BE49-F238E27FC236}">
                <a16:creationId xmlns:a16="http://schemas.microsoft.com/office/drawing/2014/main" id="{488B9949-402C-42C2-9A94-16590FC0C592}"/>
              </a:ext>
            </a:extLst>
          </p:cNvPr>
          <p:cNvSpPr>
            <a:spLocks noGrp="1"/>
          </p:cNvSpPr>
          <p:nvPr>
            <p:ph type="ftr" sz="quarter" idx="11"/>
          </p:nvPr>
        </p:nvSpPr>
        <p:spPr/>
        <p:txBody>
          <a:bodyPr/>
          <a:lstStyle/>
          <a:p>
            <a:r>
              <a:rPr lang="en-US"/>
              <a:t>Presentation Title</a:t>
            </a:r>
            <a:endParaRPr lang="en-US" dirty="0"/>
          </a:p>
        </p:txBody>
      </p:sp>
      <p:sp>
        <p:nvSpPr>
          <p:cNvPr id="10" name="Slide Number Placeholder 9">
            <a:extLst>
              <a:ext uri="{FF2B5EF4-FFF2-40B4-BE49-F238E27FC236}">
                <a16:creationId xmlns:a16="http://schemas.microsoft.com/office/drawing/2014/main" id="{039D83F6-DAF4-4876-AA41-F246EC970F7D}"/>
              </a:ext>
            </a:extLst>
          </p:cNvPr>
          <p:cNvSpPr>
            <a:spLocks noGrp="1"/>
          </p:cNvSpPr>
          <p:nvPr>
            <p:ph type="sldNum" sz="quarter" idx="12"/>
          </p:nvPr>
        </p:nvSpPr>
        <p:spPr/>
        <p:txBody>
          <a:bodyPr/>
          <a:lstStyle/>
          <a:p>
            <a:fld id="{FAEF9944-A4F6-4C59-AEBD-678D6480B8EA}" type="slidenum">
              <a:rPr lang="en-US" smtClean="0"/>
              <a:pPr/>
              <a:t>‹#›</a:t>
            </a:fld>
            <a:endParaRPr lang="en-US" dirty="0"/>
          </a:p>
        </p:txBody>
      </p:sp>
      <p:sp>
        <p:nvSpPr>
          <p:cNvPr id="11" name="Rectangle 10">
            <a:extLst>
              <a:ext uri="{FF2B5EF4-FFF2-40B4-BE49-F238E27FC236}">
                <a16:creationId xmlns:a16="http://schemas.microsoft.com/office/drawing/2014/main" id="{91613A19-DDA2-44F6-9ED4-F87771C684B8}"/>
              </a:ext>
            </a:extLst>
          </p:cNvPr>
          <p:cNvSpPr/>
          <p:nvPr/>
        </p:nvSpPr>
        <p:spPr>
          <a:xfrm>
            <a:off x="0" y="4215384"/>
            <a:ext cx="1218895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358979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hasCustomPrompt="1"/>
          </p:nvPr>
        </p:nvSpPr>
        <p:spPr>
          <a:xfrm>
            <a:off x="5376670" y="705114"/>
            <a:ext cx="6172412" cy="2403846"/>
          </a:xfrm>
        </p:spPr>
        <p:txBody>
          <a:bodyPr anchor="b"/>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376670" y="3749040"/>
            <a:ext cx="6172411" cy="2346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9/8/20XX</a:t>
            </a:r>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FAEF9944-A4F6-4C59-AEBD-678D6480B8EA}" type="slidenum">
              <a:rPr lang="en-US" smtClean="0"/>
              <a:pPr/>
              <a:t>‹#›</a:t>
            </a:fld>
            <a:endParaRPr lang="en-US" dirty="0"/>
          </a:p>
        </p:txBody>
      </p:sp>
      <p:sp>
        <p:nvSpPr>
          <p:cNvPr id="10" name="Rectangle 9">
            <a:extLst>
              <a:ext uri="{FF2B5EF4-FFF2-40B4-BE49-F238E27FC236}">
                <a16:creationId xmlns:a16="http://schemas.microsoft.com/office/drawing/2014/main" id="{5CE6B9B5-A5D1-4099-B52B-78F39AB0AFCB}"/>
              </a:ext>
            </a:extLst>
          </p:cNvPr>
          <p:cNvSpPr/>
          <p:nvPr/>
        </p:nvSpPr>
        <p:spPr>
          <a:xfrm rot="10800000">
            <a:off x="4693920" y="3396997"/>
            <a:ext cx="749808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5985598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376667" y="658999"/>
            <a:ext cx="6166422" cy="457200"/>
          </a:xfrm>
        </p:spPr>
        <p:txBody>
          <a:bodyPr anchor="b">
            <a:normAutofit/>
          </a:bodyPr>
          <a:lstStyle>
            <a:lvl1pPr marL="0" indent="0">
              <a:lnSpc>
                <a:spcPct val="130000"/>
              </a:lnSpc>
              <a:buNone/>
              <a:defRPr sz="1800" b="1"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376668" y="1116199"/>
            <a:ext cx="6166422" cy="20621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376668" y="3623098"/>
            <a:ext cx="6166421" cy="457200"/>
          </a:xfrm>
        </p:spPr>
        <p:txBody>
          <a:bodyPr anchor="b">
            <a:normAutofit/>
          </a:bodyPr>
          <a:lstStyle>
            <a:lvl1pPr marL="0" indent="0">
              <a:lnSpc>
                <a:spcPct val="99000"/>
              </a:lnSpc>
              <a:buNone/>
              <a:defRPr lang="en-US" sz="1800" b="1" kern="1200" cap="all" spc="150"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30000"/>
              </a:lnSpc>
              <a:spcBef>
                <a:spcPts val="930"/>
              </a:spcBef>
              <a:buFont typeface="Corbel" panose="020B0503020204020204" pitchFamily="34" charset="0"/>
              <a:buNone/>
            </a:pPr>
            <a:r>
              <a:rPr lang="en-US"/>
              <a:t>Click to edit Master text styles</a:t>
            </a:r>
          </a:p>
        </p:txBody>
      </p:sp>
      <p:sp>
        <p:nvSpPr>
          <p:cNvPr id="6" name="Content Placeholder 5"/>
          <p:cNvSpPr>
            <a:spLocks noGrp="1"/>
          </p:cNvSpPr>
          <p:nvPr>
            <p:ph sz="quarter" idx="4"/>
          </p:nvPr>
        </p:nvSpPr>
        <p:spPr>
          <a:xfrm>
            <a:off x="5376670" y="4102370"/>
            <a:ext cx="6166419" cy="20665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9/8/20XX</a:t>
            </a:r>
            <a:endParaRPr lang="en-US" dirty="0"/>
          </a:p>
        </p:txBody>
      </p:sp>
      <p:sp>
        <p:nvSpPr>
          <p:cNvPr id="8" name="Footer Placeholder 7"/>
          <p:cNvSpPr>
            <a:spLocks noGrp="1"/>
          </p:cNvSpPr>
          <p:nvPr>
            <p:ph type="ftr" sz="quarter" idx="11"/>
          </p:nvPr>
        </p:nvSpPr>
        <p:spPr/>
        <p:txBody>
          <a:bodyPr/>
          <a:lstStyle/>
          <a:p>
            <a:r>
              <a:rPr lang="en-US"/>
              <a:t>Presentation Title</a:t>
            </a:r>
            <a:endParaRPr lang="en-US" dirty="0"/>
          </a:p>
        </p:txBody>
      </p:sp>
      <p:sp>
        <p:nvSpPr>
          <p:cNvPr id="9" name="Slide Number Placeholder 8"/>
          <p:cNvSpPr>
            <a:spLocks noGrp="1"/>
          </p:cNvSpPr>
          <p:nvPr>
            <p:ph type="sldNum" sz="quarter" idx="12"/>
          </p:nvPr>
        </p:nvSpPr>
        <p:spPr/>
        <p:txBody>
          <a:bodyPr/>
          <a:lstStyle/>
          <a:p>
            <a:fld id="{FAEF9944-A4F6-4C59-AEBD-678D6480B8EA}" type="slidenum">
              <a:rPr lang="en-US" smtClean="0"/>
              <a:pPr/>
              <a:t>‹#›</a:t>
            </a:fld>
            <a:endParaRPr lang="en-US" dirty="0"/>
          </a:p>
        </p:txBody>
      </p:sp>
      <p:sp>
        <p:nvSpPr>
          <p:cNvPr id="10" name="Title 9">
            <a:extLst>
              <a:ext uri="{FF2B5EF4-FFF2-40B4-BE49-F238E27FC236}">
                <a16:creationId xmlns:a16="http://schemas.microsoft.com/office/drawing/2014/main" id="{D26B370B-8381-431F-9492-0EA1205113EE}"/>
              </a:ext>
            </a:extLst>
          </p:cNvPr>
          <p:cNvSpPr>
            <a:spLocks noGrp="1"/>
          </p:cNvSpPr>
          <p:nvPr>
            <p:ph type="title"/>
          </p:nvPr>
        </p:nvSpPr>
        <p:spPr/>
        <p:txBody>
          <a:bodyPr/>
          <a:lstStyle/>
          <a:p>
            <a:r>
              <a:rPr lang="en-US"/>
              <a:t>Click to edit Master title style</a:t>
            </a:r>
          </a:p>
        </p:txBody>
      </p:sp>
      <p:sp>
        <p:nvSpPr>
          <p:cNvPr id="12" name="Rectangle 11">
            <a:extLst>
              <a:ext uri="{FF2B5EF4-FFF2-40B4-BE49-F238E27FC236}">
                <a16:creationId xmlns:a16="http://schemas.microsoft.com/office/drawing/2014/main" id="{DCA89085-2231-4A9C-B23C-B199A9DD26C5}"/>
              </a:ext>
            </a:extLst>
          </p:cNvPr>
          <p:cNvSpPr/>
          <p:nvPr/>
        </p:nvSpPr>
        <p:spPr>
          <a:xfrm rot="10800000">
            <a:off x="4693920" y="3396997"/>
            <a:ext cx="749808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6050562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05CD215-1C45-48A0-8534-39FFE8A7C95A}" type="datetime1">
              <a:rPr lang="en-US" smtClean="0"/>
              <a:t>09-Apr-26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FAEF9944-A4F6-4C59-AEBD-678D6480B8EA}" type="slidenum">
              <a:rPr lang="en-US" dirty="0"/>
              <a:t>‹#›</a:t>
            </a:fld>
            <a:endParaRPr lang="en-US" dirty="0"/>
          </a:p>
        </p:txBody>
      </p:sp>
      <p:sp useBgFill="1">
        <p:nvSpPr>
          <p:cNvPr id="6" name="Rectangle 5">
            <a:extLst>
              <a:ext uri="{FF2B5EF4-FFF2-40B4-BE49-F238E27FC236}">
                <a16:creationId xmlns:a16="http://schemas.microsoft.com/office/drawing/2014/main" id="{34C61DF6-3A2D-55DA-8448-C2D07707EFD5}"/>
              </a:ext>
              <a:ext uri="{C183D7F6-B498-43B3-948B-1728B52AA6E4}">
                <adec:decorative xmlns:adec="http://schemas.microsoft.com/office/drawing/2017/decorative" val="1"/>
              </a:ext>
            </a:extLst>
          </p:cNvPr>
          <p:cNvSpPr/>
          <p:nvPr userDrawn="1"/>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7B340BB-A35D-C47D-F28F-6FBE043F6E75}"/>
              </a:ext>
              <a:ext uri="{C183D7F6-B498-43B3-948B-1728B52AA6E4}">
                <adec:decorative xmlns:adec="http://schemas.microsoft.com/office/drawing/2017/decorative" val="1"/>
              </a:ext>
            </a:extLst>
          </p:cNvPr>
          <p:cNvSpPr/>
          <p:nvPr userDrawn="1"/>
        </p:nvSpPr>
        <p:spPr>
          <a:xfrm>
            <a:off x="0" y="825689"/>
            <a:ext cx="12192000" cy="520173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3DCDAB0E-1B08-9A3E-38B2-E60401CC015C}"/>
              </a:ext>
              <a:ext uri="{C183D7F6-B498-43B3-948B-1728B52AA6E4}">
                <adec:decorative xmlns:adec="http://schemas.microsoft.com/office/drawing/2017/decorative" val="1"/>
              </a:ext>
            </a:extLst>
          </p:cNvPr>
          <p:cNvSpPr/>
          <p:nvPr userDrawn="1"/>
        </p:nvSpPr>
        <p:spPr>
          <a:xfrm>
            <a:off x="-1" y="889696"/>
            <a:ext cx="1070775" cy="50777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944A4B38-C41B-0C14-CB28-67E9721123DD}"/>
              </a:ext>
              <a:ext uri="{C183D7F6-B498-43B3-948B-1728B52AA6E4}">
                <adec:decorative xmlns:adec="http://schemas.microsoft.com/office/drawing/2017/decorative" val="1"/>
              </a:ext>
            </a:extLst>
          </p:cNvPr>
          <p:cNvSpPr/>
          <p:nvPr userDrawn="1"/>
        </p:nvSpPr>
        <p:spPr>
          <a:xfrm rot="5400000">
            <a:off x="-236512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DDFD99EC-B9CC-A1AC-EFF4-B65977F54B66}"/>
              </a:ext>
              <a:ext uri="{C183D7F6-B498-43B3-948B-1728B52AA6E4}">
                <adec:decorative xmlns:adec="http://schemas.microsoft.com/office/drawing/2017/decorative" val="1"/>
              </a:ext>
            </a:extLst>
          </p:cNvPr>
          <p:cNvSpPr/>
          <p:nvPr userDrawn="1"/>
        </p:nvSpPr>
        <p:spPr>
          <a:xfrm rot="5400000">
            <a:off x="765851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259280CA-3626-981C-CF19-E559E0DA8DAC}"/>
              </a:ext>
              <a:ext uri="{C183D7F6-B498-43B3-948B-1728B52AA6E4}">
                <adec:decorative xmlns:adec="http://schemas.microsoft.com/office/drawing/2017/decorative" val="1"/>
              </a:ext>
            </a:extLst>
          </p:cNvPr>
          <p:cNvSpPr/>
          <p:nvPr userDrawn="1"/>
        </p:nvSpPr>
        <p:spPr>
          <a:xfrm>
            <a:off x="11119516" y="896046"/>
            <a:ext cx="1070775" cy="50777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CE5C9117-F419-BD57-1080-86A4D136087F}"/>
              </a:ext>
              <a:ext uri="{C183D7F6-B498-43B3-948B-1728B52AA6E4}">
                <adec:decorative xmlns:adec="http://schemas.microsoft.com/office/drawing/2017/decorative" val="1"/>
              </a:ext>
            </a:extLst>
          </p:cNvPr>
          <p:cNvSpPr/>
          <p:nvPr userDrawn="1"/>
        </p:nvSpPr>
        <p:spPr>
          <a:xfrm>
            <a:off x="11119516" y="0"/>
            <a:ext cx="1070775" cy="8256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1BD54386-29C8-95E0-C9D9-78F27AD2E738}"/>
              </a:ext>
              <a:ext uri="{C183D7F6-B498-43B3-948B-1728B52AA6E4}">
                <adec:decorative xmlns:adec="http://schemas.microsoft.com/office/drawing/2017/decorative" val="1"/>
              </a:ext>
            </a:extLst>
          </p:cNvPr>
          <p:cNvSpPr/>
          <p:nvPr userDrawn="1"/>
        </p:nvSpPr>
        <p:spPr>
          <a:xfrm>
            <a:off x="11119515" y="6027421"/>
            <a:ext cx="1070775" cy="8305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23868504"/>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r>
              <a:rPr lang="en-US"/>
              <a:t>9/8/20XX</a:t>
            </a:r>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2874922067"/>
      </p:ext>
    </p:extLst>
  </p:cSld>
  <p:clrMapOvr>
    <a:masterClrMapping/>
  </p:clrMapOvr>
  <p:hf sldNum="0" hdr="0" ftr="0" dt="0"/>
  <p:extLst>
    <p:ext uri="{DCECCB84-F9BA-43D5-87BE-67443E8EF086}">
      <p15:sldGuideLst xmlns:p15="http://schemas.microsoft.com/office/powerpoint/2012/main">
        <p15:guide id="1" pos="540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CA29BA-0143-49FF-8608-DB1623D99537}"/>
              </a:ext>
            </a:extLst>
          </p:cNvPr>
          <p:cNvSpPr/>
          <p:nvPr/>
        </p:nvSpPr>
        <p:spPr>
          <a:xfrm>
            <a:off x="0" y="0"/>
            <a:ext cx="8248592"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753015" y="640079"/>
            <a:ext cx="2796066" cy="2551751"/>
          </a:xfrm>
        </p:spPr>
        <p:txBody>
          <a:bodyPr anchor="b">
            <a:normAutofit/>
          </a:bodyPr>
          <a:lstStyle>
            <a:lvl1pPr algn="l">
              <a:lnSpc>
                <a:spcPct val="135000"/>
              </a:lnSpc>
              <a:defRPr sz="3200"/>
            </a:lvl1pPr>
          </a:lstStyle>
          <a:p>
            <a:r>
              <a:rPr lang="en-US"/>
              <a:t>Click to edit Master title style</a:t>
            </a:r>
            <a:endParaRPr lang="en-US" dirty="0"/>
          </a:p>
        </p:txBody>
      </p:sp>
      <p:sp>
        <p:nvSpPr>
          <p:cNvPr id="3" name="Content Placeholder 2"/>
          <p:cNvSpPr>
            <a:spLocks noGrp="1"/>
          </p:cNvSpPr>
          <p:nvPr>
            <p:ph idx="1"/>
          </p:nvPr>
        </p:nvSpPr>
        <p:spPr>
          <a:xfrm>
            <a:off x="638818" y="640078"/>
            <a:ext cx="6969693" cy="5455921"/>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hasCustomPrompt="1"/>
          </p:nvPr>
        </p:nvSpPr>
        <p:spPr>
          <a:xfrm>
            <a:off x="8753015" y="3223803"/>
            <a:ext cx="2796066" cy="2872197"/>
          </a:xfrm>
        </p:spPr>
        <p:txBody>
          <a:bodyPr anchor="t">
            <a:normAutofit/>
          </a:bodyPr>
          <a:lstStyle>
            <a:lvl1pPr marL="0" indent="0">
              <a:spcBef>
                <a:spcPts val="1400"/>
              </a:spcBef>
              <a:buNone/>
              <a:defRPr sz="1800" b="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9" name="Rectangle 8">
            <a:extLst>
              <a:ext uri="{FF2B5EF4-FFF2-40B4-BE49-F238E27FC236}">
                <a16:creationId xmlns:a16="http://schemas.microsoft.com/office/drawing/2014/main" id="{3010CF18-370D-4E80-AE4C-396FFDFCAE5D}"/>
              </a:ext>
            </a:extLst>
          </p:cNvPr>
          <p:cNvSpPr/>
          <p:nvPr/>
        </p:nvSpPr>
        <p:spPr>
          <a:xfrm rot="5400000">
            <a:off x="485159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ate Placeholder 9">
            <a:extLst>
              <a:ext uri="{FF2B5EF4-FFF2-40B4-BE49-F238E27FC236}">
                <a16:creationId xmlns:a16="http://schemas.microsoft.com/office/drawing/2014/main" id="{C5EBFE9C-5A22-4462-9C51-E00C03F55C3D}"/>
              </a:ext>
            </a:extLst>
          </p:cNvPr>
          <p:cNvSpPr>
            <a:spLocks noGrp="1"/>
          </p:cNvSpPr>
          <p:nvPr>
            <p:ph type="dt" sz="half" idx="10"/>
          </p:nvPr>
        </p:nvSpPr>
        <p:spPr>
          <a:xfrm>
            <a:off x="8753015" y="6309360"/>
            <a:ext cx="1734207" cy="457200"/>
          </a:xfrm>
        </p:spPr>
        <p:txBody>
          <a:bodyPr/>
          <a:lstStyle>
            <a:lvl1pPr algn="l">
              <a:defRPr/>
            </a:lvl1pPr>
          </a:lstStyle>
          <a:p>
            <a:r>
              <a:rPr lang="en-US"/>
              <a:t>9/8/20XX</a:t>
            </a:r>
            <a:endParaRPr lang="en-US" dirty="0"/>
          </a:p>
        </p:txBody>
      </p:sp>
      <p:sp>
        <p:nvSpPr>
          <p:cNvPr id="11" name="Footer Placeholder 10">
            <a:extLst>
              <a:ext uri="{FF2B5EF4-FFF2-40B4-BE49-F238E27FC236}">
                <a16:creationId xmlns:a16="http://schemas.microsoft.com/office/drawing/2014/main" id="{2EBBFF2E-AA66-4B76-9139-CB000B5A45D5}"/>
              </a:ext>
            </a:extLst>
          </p:cNvPr>
          <p:cNvSpPr>
            <a:spLocks noGrp="1"/>
          </p:cNvSpPr>
          <p:nvPr>
            <p:ph type="ftr" sz="quarter" idx="11"/>
          </p:nvPr>
        </p:nvSpPr>
        <p:spPr>
          <a:xfrm>
            <a:off x="638818" y="6309360"/>
            <a:ext cx="6993867" cy="457200"/>
          </a:xfrm>
        </p:spPr>
        <p:txBody>
          <a:bodyPr/>
          <a:lstStyle/>
          <a:p>
            <a:r>
              <a:rPr lang="en-US"/>
              <a:t>Presentation Title</a:t>
            </a:r>
            <a:endParaRPr lang="en-US" dirty="0"/>
          </a:p>
        </p:txBody>
      </p:sp>
      <p:sp>
        <p:nvSpPr>
          <p:cNvPr id="12" name="Slide Number Placeholder 11">
            <a:extLst>
              <a:ext uri="{FF2B5EF4-FFF2-40B4-BE49-F238E27FC236}">
                <a16:creationId xmlns:a16="http://schemas.microsoft.com/office/drawing/2014/main" id="{A44F64C4-BF20-4F6B-B650-57C71C828A68}"/>
              </a:ext>
            </a:extLst>
          </p:cNvPr>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156233360"/>
      </p:ext>
    </p:extLst>
  </p:cSld>
  <p:clrMapOvr>
    <a:masterClrMapping/>
  </p:clrMapOvr>
  <p:hf sldNum="0" hdr="0" ftr="0" dt="0"/>
  <p:extLst>
    <p:ext uri="{DCECCB84-F9BA-43D5-87BE-67443E8EF086}">
      <p15:sldGuideLst xmlns:p15="http://schemas.microsoft.com/office/powerpoint/2012/main">
        <p15:guide id="1" pos="540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34996" y="640079"/>
            <a:ext cx="2714085" cy="2695903"/>
          </a:xfrm>
        </p:spPr>
        <p:txBody>
          <a:bodyPr anchor="b">
            <a:noAutofit/>
          </a:bodyPr>
          <a:lstStyle>
            <a:lvl1pPr algn="l">
              <a:lnSpc>
                <a:spcPct val="104000"/>
              </a:lnSpc>
              <a:defRPr sz="3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248592" cy="6857999"/>
          </a:xfrm>
          <a:solidFill>
            <a:schemeClr val="bg2">
              <a:lumMod val="9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hasCustomPrompt="1"/>
          </p:nvPr>
        </p:nvSpPr>
        <p:spPr>
          <a:xfrm>
            <a:off x="8834996" y="3429000"/>
            <a:ext cx="2714085" cy="2508026"/>
          </a:xfrm>
        </p:spPr>
        <p:txBody>
          <a:bodyPr anchor="t">
            <a:normAutofit/>
          </a:bodyPr>
          <a:lstStyle>
            <a:lvl1pPr marL="0" indent="0">
              <a:spcBef>
                <a:spcPts val="1400"/>
              </a:spcBef>
              <a:buNone/>
              <a:defRPr sz="1800" b="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9" name="Rectangle 8">
            <a:extLst>
              <a:ext uri="{FF2B5EF4-FFF2-40B4-BE49-F238E27FC236}">
                <a16:creationId xmlns:a16="http://schemas.microsoft.com/office/drawing/2014/main" id="{90949BC8-9ABF-49F6-851C-5DB0B86CA70D}"/>
              </a:ext>
            </a:extLst>
          </p:cNvPr>
          <p:cNvSpPr/>
          <p:nvPr/>
        </p:nvSpPr>
        <p:spPr>
          <a:xfrm rot="5400000">
            <a:off x="485159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a:extLst>
              <a:ext uri="{FF2B5EF4-FFF2-40B4-BE49-F238E27FC236}">
                <a16:creationId xmlns:a16="http://schemas.microsoft.com/office/drawing/2014/main" id="{04E1EE21-E3FA-4D43-B224-C664959637B0}"/>
              </a:ext>
            </a:extLst>
          </p:cNvPr>
          <p:cNvSpPr>
            <a:spLocks noGrp="1"/>
          </p:cNvSpPr>
          <p:nvPr>
            <p:ph type="dt" sz="half" idx="10"/>
          </p:nvPr>
        </p:nvSpPr>
        <p:spPr>
          <a:xfrm>
            <a:off x="8834997" y="6309360"/>
            <a:ext cx="1645920" cy="457200"/>
          </a:xfrm>
        </p:spPr>
        <p:txBody>
          <a:bodyPr/>
          <a:lstStyle/>
          <a:p>
            <a:r>
              <a:rPr lang="en-US"/>
              <a:t>9/8/20XX</a:t>
            </a:r>
            <a:endParaRPr lang="en-US" dirty="0"/>
          </a:p>
        </p:txBody>
      </p:sp>
      <p:sp>
        <p:nvSpPr>
          <p:cNvPr id="7" name="Slide Number Placeholder 6">
            <a:extLst>
              <a:ext uri="{FF2B5EF4-FFF2-40B4-BE49-F238E27FC236}">
                <a16:creationId xmlns:a16="http://schemas.microsoft.com/office/drawing/2014/main" id="{A32D7F83-8993-4ED4-9F02-663CC085052F}"/>
              </a:ext>
            </a:extLst>
          </p:cNvPr>
          <p:cNvSpPr>
            <a:spLocks noGrp="1"/>
          </p:cNvSpPr>
          <p:nvPr>
            <p:ph type="sldNum" sz="quarter" idx="12"/>
          </p:nvPr>
        </p:nvSpPr>
        <p:spPr/>
        <p:txBody>
          <a:bodyPr/>
          <a:lstStyle/>
          <a:p>
            <a:fld id="{FAEF9944-A4F6-4C59-AEBD-678D6480B8EA}" type="slidenum">
              <a:rPr lang="en-US" smtClean="0"/>
              <a:pPr/>
              <a:t>‹#›</a:t>
            </a:fld>
            <a:endParaRPr lang="en-US" dirty="0"/>
          </a:p>
        </p:txBody>
      </p:sp>
      <p:sp>
        <p:nvSpPr>
          <p:cNvPr id="6" name="Footer Placeholder 5">
            <a:extLst>
              <a:ext uri="{FF2B5EF4-FFF2-40B4-BE49-F238E27FC236}">
                <a16:creationId xmlns:a16="http://schemas.microsoft.com/office/drawing/2014/main" id="{8E3678B7-E511-4CE1-BEE5-89E959B9BFD6}"/>
              </a:ext>
            </a:extLst>
          </p:cNvPr>
          <p:cNvSpPr>
            <a:spLocks noGrp="1"/>
          </p:cNvSpPr>
          <p:nvPr>
            <p:ph type="ftr" sz="quarter" idx="11"/>
          </p:nvPr>
        </p:nvSpPr>
        <p:spPr>
          <a:xfrm>
            <a:off x="640080" y="6309360"/>
            <a:ext cx="4946592" cy="457200"/>
          </a:xfrm>
        </p:spPr>
        <p:txBody>
          <a:bodyPr/>
          <a:lstStyle>
            <a:lvl1pPr>
              <a:defRPr>
                <a:solidFill>
                  <a:srgbClr val="FFFFFF"/>
                </a:solidFill>
                <a:effectLst>
                  <a:outerShdw blurRad="50800" dist="38100" dir="2700000" algn="tl" rotWithShape="0">
                    <a:prstClr val="black">
                      <a:alpha val="43000"/>
                    </a:prstClr>
                  </a:outerShdw>
                </a:effectLst>
              </a:defRPr>
            </a:lvl1pPr>
          </a:lstStyle>
          <a:p>
            <a:r>
              <a:rPr lang="en-US"/>
              <a:t>Presentation Title</a:t>
            </a:r>
            <a:endParaRPr lang="en-US" dirty="0"/>
          </a:p>
        </p:txBody>
      </p:sp>
    </p:spTree>
    <p:extLst>
      <p:ext uri="{BB962C8B-B14F-4D97-AF65-F5344CB8AC3E}">
        <p14:creationId xmlns:p14="http://schemas.microsoft.com/office/powerpoint/2010/main" val="349745804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9/8/20XX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135147808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7965" y="507037"/>
            <a:ext cx="1571626" cy="533993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33700" y="524373"/>
            <a:ext cx="5959577" cy="532259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9277965" y="6296615"/>
            <a:ext cx="2505996" cy="365125"/>
          </a:xfrm>
        </p:spPr>
        <p:txBody>
          <a:bodyPr/>
          <a:lstStyle/>
          <a:p>
            <a:r>
              <a:rPr lang="en-US"/>
              <a:t>9/8/20XX</a:t>
            </a:r>
            <a:endParaRPr lang="en-US" dirty="0"/>
          </a:p>
        </p:txBody>
      </p:sp>
      <p:sp>
        <p:nvSpPr>
          <p:cNvPr id="5" name="Footer Placeholder 4"/>
          <p:cNvSpPr>
            <a:spLocks noGrp="1"/>
          </p:cNvSpPr>
          <p:nvPr>
            <p:ph type="ftr" sz="quarter" idx="11"/>
          </p:nvPr>
        </p:nvSpPr>
        <p:spPr>
          <a:xfrm>
            <a:off x="2933699" y="6296615"/>
            <a:ext cx="5959577" cy="365125"/>
          </a:xfrm>
        </p:spPr>
        <p:txBody>
          <a:bodyPr/>
          <a:lstStyle/>
          <a:p>
            <a:r>
              <a:rPr lang="en-US"/>
              <a:t>Presentation Title</a:t>
            </a:r>
            <a:endParaRPr lang="en-US" dirty="0"/>
          </a:p>
        </p:txBody>
      </p:sp>
      <p:sp>
        <p:nvSpPr>
          <p:cNvPr id="6" name="Slide Number Placeholder 5"/>
          <p:cNvSpPr>
            <a:spLocks noGrp="1"/>
          </p:cNvSpPr>
          <p:nvPr>
            <p:ph type="sldNum" sz="quarter" idx="12"/>
          </p:nvPr>
        </p:nvSpPr>
        <p:spPr>
          <a:xfrm rot="5400000">
            <a:off x="8734643" y="2853201"/>
            <a:ext cx="5383267" cy="604269"/>
          </a:xfrm>
        </p:spPr>
        <p:txBody>
          <a:bodyPr/>
          <a:lstStyle>
            <a:lvl1pPr algn="l">
              <a:defRPr/>
            </a:lvl1pPr>
          </a:lstStyle>
          <a:p>
            <a:fld id="{FAEF9944-A4F6-4C59-AEBD-678D6480B8EA}" type="slidenum">
              <a:rPr lang="en-US" smtClean="0"/>
              <a:pPr/>
              <a:t>‹#›</a:t>
            </a:fld>
            <a:endParaRPr lang="en-US" dirty="0"/>
          </a:p>
        </p:txBody>
      </p:sp>
      <p:cxnSp>
        <p:nvCxnSpPr>
          <p:cNvPr id="7" name="Straight Connector 6" title="Rule Line">
            <a:extLst>
              <a:ext uri="{FF2B5EF4-FFF2-40B4-BE49-F238E27FC236}">
                <a16:creationId xmlns:a16="http://schemas.microsoft.com/office/drawing/2014/main" id="{A1005B08-D2D4-455C-AA62-1200E43E7AF9}"/>
              </a:ext>
            </a:extLst>
          </p:cNvPr>
          <p:cNvCxnSpPr/>
          <p:nvPr/>
        </p:nvCxnSpPr>
        <p:spPr>
          <a:xfrm>
            <a:off x="9111582" y="571502"/>
            <a:ext cx="0" cy="5275467"/>
          </a:xfrm>
          <a:prstGeom prst="line">
            <a:avLst/>
          </a:prstGeom>
          <a:ln w="381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812426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 3">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F5F5DFA-1BC3-4062-9356-6145C9F7CD56}"/>
              </a:ext>
              <a:ext uri="{C183D7F6-B498-43B3-948B-1728B52AA6E4}">
                <adec:decorative xmlns:adec="http://schemas.microsoft.com/office/drawing/2017/decorative" val="1"/>
              </a:ext>
            </a:extLst>
          </p:cNvPr>
          <p:cNvSpPr/>
          <p:nvPr userDrawn="1"/>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E6B5D461-AEC0-477F-A77A-6227F95A8374}"/>
              </a:ext>
              <a:ext uri="{C183D7F6-B498-43B3-948B-1728B52AA6E4}">
                <adec:decorative xmlns:adec="http://schemas.microsoft.com/office/drawing/2017/decorative" val="1"/>
              </a:ext>
            </a:extLst>
          </p:cNvPr>
          <p:cNvSpPr/>
          <p:nvPr userDrawn="1"/>
        </p:nvSpPr>
        <p:spPr>
          <a:xfrm>
            <a:off x="8175813" y="0"/>
            <a:ext cx="4016188" cy="10565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DE1A041D-DE47-45FA-AC78-CC7FD02571F2}"/>
              </a:ext>
              <a:ext uri="{C183D7F6-B498-43B3-948B-1728B52AA6E4}">
                <adec:decorative xmlns:adec="http://schemas.microsoft.com/office/drawing/2017/decorative" val="1"/>
              </a:ext>
            </a:extLst>
          </p:cNvPr>
          <p:cNvSpPr/>
          <p:nvPr userDrawn="1"/>
        </p:nvSpPr>
        <p:spPr>
          <a:xfrm>
            <a:off x="1525" y="1031500"/>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11614254-52EF-4F58-99B1-CDA7C39223C1}"/>
              </a:ext>
              <a:ext uri="{C183D7F6-B498-43B3-948B-1728B52AA6E4}">
                <adec:decorative xmlns:adec="http://schemas.microsoft.com/office/drawing/2017/decorative" val="1"/>
              </a:ext>
            </a:extLst>
          </p:cNvPr>
          <p:cNvSpPr/>
          <p:nvPr userDrawn="1"/>
        </p:nvSpPr>
        <p:spPr>
          <a:xfrm>
            <a:off x="-9134" y="1095508"/>
            <a:ext cx="8203482" cy="5016893"/>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itle 1">
            <a:extLst>
              <a:ext uri="{FF2B5EF4-FFF2-40B4-BE49-F238E27FC236}">
                <a16:creationId xmlns:a16="http://schemas.microsoft.com/office/drawing/2014/main" id="{BD3B3ABA-0408-41EA-935D-D4F4586AA840}"/>
              </a:ext>
            </a:extLst>
          </p:cNvPr>
          <p:cNvSpPr>
            <a:spLocks noGrp="1"/>
          </p:cNvSpPr>
          <p:nvPr>
            <p:ph type="title" hasCustomPrompt="1"/>
          </p:nvPr>
        </p:nvSpPr>
        <p:spPr>
          <a:xfrm>
            <a:off x="787178" y="1361923"/>
            <a:ext cx="6623040" cy="1421898"/>
          </a:xfrm>
        </p:spPr>
        <p:txBody>
          <a:bodyPr anchor="b" anchorCtr="0">
            <a:noAutofit/>
          </a:bodyPr>
          <a:lstStyle>
            <a:lvl1pPr>
              <a:lnSpc>
                <a:spcPct val="100000"/>
              </a:lnSpc>
              <a:defRPr sz="3200"/>
            </a:lvl1pPr>
          </a:lstStyle>
          <a:p>
            <a:r>
              <a:rPr lang="en-US" dirty="0"/>
              <a:t>Click to add title</a:t>
            </a:r>
          </a:p>
        </p:txBody>
      </p:sp>
      <p:sp>
        <p:nvSpPr>
          <p:cNvPr id="3" name="Content Placeholder 2">
            <a:extLst>
              <a:ext uri="{FF2B5EF4-FFF2-40B4-BE49-F238E27FC236}">
                <a16:creationId xmlns:a16="http://schemas.microsoft.com/office/drawing/2014/main" id="{C40EA5BF-04A6-2B17-0703-8419C4DB97FF}"/>
              </a:ext>
            </a:extLst>
          </p:cNvPr>
          <p:cNvSpPr>
            <a:spLocks noGrp="1"/>
          </p:cNvSpPr>
          <p:nvPr>
            <p:ph sz="quarter" idx="14" hasCustomPrompt="1"/>
          </p:nvPr>
        </p:nvSpPr>
        <p:spPr>
          <a:xfrm>
            <a:off x="787399" y="2916772"/>
            <a:ext cx="6622819" cy="2852639"/>
          </a:xfrm>
        </p:spPr>
        <p:txBody>
          <a:bodyPr anchor="t"/>
          <a:lstStyle>
            <a:lvl1pPr marL="0" indent="0">
              <a:lnSpc>
                <a:spcPct val="125000"/>
              </a:lnSpc>
              <a:spcAft>
                <a:spcPts val="600"/>
              </a:spcAft>
              <a:buNone/>
              <a:defRPr sz="2000" b="0"/>
            </a:lvl1pPr>
            <a:lvl2pPr>
              <a:lnSpc>
                <a:spcPct val="125000"/>
              </a:lnSpc>
              <a:spcAft>
                <a:spcPts val="600"/>
              </a:spcAft>
              <a:defRPr/>
            </a:lvl2pPr>
            <a:lvl3pPr>
              <a:lnSpc>
                <a:spcPct val="125000"/>
              </a:lnSpc>
              <a:spcAft>
                <a:spcPts val="600"/>
              </a:spcAft>
              <a:defRPr/>
            </a:lvl3pPr>
            <a:lvl4pPr>
              <a:lnSpc>
                <a:spcPct val="125000"/>
              </a:lnSpc>
              <a:spcAft>
                <a:spcPts val="600"/>
              </a:spcAft>
              <a:defRPr/>
            </a:lvl4pPr>
            <a:lvl5pPr>
              <a:lnSpc>
                <a:spcPct val="125000"/>
              </a:lnSpc>
              <a:spcAft>
                <a:spcPts val="600"/>
              </a:spcAf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Rectangle 13">
            <a:extLst>
              <a:ext uri="{FF2B5EF4-FFF2-40B4-BE49-F238E27FC236}">
                <a16:creationId xmlns:a16="http://schemas.microsoft.com/office/drawing/2014/main" id="{1837301C-2B9B-4119-9002-BD6DB2AB87FB}"/>
              </a:ext>
              <a:ext uri="{C183D7F6-B498-43B3-948B-1728B52AA6E4}">
                <adec:decorative xmlns:adec="http://schemas.microsoft.com/office/drawing/2017/decorative" val="1"/>
              </a:ext>
            </a:extLst>
          </p:cNvPr>
          <p:cNvSpPr/>
          <p:nvPr userDrawn="1"/>
        </p:nvSpPr>
        <p:spPr>
          <a:xfrm>
            <a:off x="-1" y="6144405"/>
            <a:ext cx="8150087" cy="71359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BD12738D-D0ED-4899-A01C-42439B5B3E64}"/>
              </a:ext>
              <a:ext uri="{C183D7F6-B498-43B3-948B-1728B52AA6E4}">
                <adec:decorative xmlns:adec="http://schemas.microsoft.com/office/drawing/2017/decorative" val="1"/>
              </a:ext>
            </a:extLst>
          </p:cNvPr>
          <p:cNvSpPr/>
          <p:nvPr userDrawn="1"/>
        </p:nvSpPr>
        <p:spPr>
          <a:xfrm>
            <a:off x="8206532" y="6167615"/>
            <a:ext cx="3982418" cy="69038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5EED261D-45B9-40C1-8341-8B8B796E8AE2}"/>
              </a:ext>
              <a:ext uri="{C183D7F6-B498-43B3-948B-1728B52AA6E4}">
                <adec:decorative xmlns:adec="http://schemas.microsoft.com/office/drawing/2017/decorative" val="1"/>
              </a:ext>
            </a:extLst>
          </p:cNvPr>
          <p:cNvSpPr/>
          <p:nvPr userDrawn="1"/>
        </p:nvSpPr>
        <p:spPr>
          <a:xfrm>
            <a:off x="1525" y="6112401"/>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ooter Placeholder 7">
            <a:extLst>
              <a:ext uri="{FF2B5EF4-FFF2-40B4-BE49-F238E27FC236}">
                <a16:creationId xmlns:a16="http://schemas.microsoft.com/office/drawing/2014/main" id="{182CF530-D736-4104-8678-850EEDF997E6}"/>
              </a:ext>
            </a:extLst>
          </p:cNvPr>
          <p:cNvSpPr>
            <a:spLocks noGrp="1"/>
          </p:cNvSpPr>
          <p:nvPr>
            <p:ph type="ftr" sz="quarter" idx="11"/>
          </p:nvPr>
        </p:nvSpPr>
        <p:spPr>
          <a:xfrm>
            <a:off x="787178" y="6309360"/>
            <a:ext cx="6623040" cy="457200"/>
          </a:xfrm>
        </p:spPr>
        <p:txBody>
          <a:bodyPr/>
          <a:lstStyle>
            <a:lvl1pPr>
              <a:defRPr>
                <a:solidFill>
                  <a:schemeClr val="bg1"/>
                </a:solidFill>
              </a:defRPr>
            </a:lvl1pPr>
          </a:lstStyle>
          <a:p>
            <a:r>
              <a:rPr lang="en-US" dirty="0"/>
              <a:t>Presentation Title</a:t>
            </a:r>
          </a:p>
        </p:txBody>
      </p:sp>
      <p:sp>
        <p:nvSpPr>
          <p:cNvPr id="19" name="Date Placeholder 5">
            <a:extLst>
              <a:ext uri="{FF2B5EF4-FFF2-40B4-BE49-F238E27FC236}">
                <a16:creationId xmlns:a16="http://schemas.microsoft.com/office/drawing/2014/main" id="{8DEDB7CE-711E-4E43-9450-4C7BECE2FCFC}"/>
              </a:ext>
            </a:extLst>
          </p:cNvPr>
          <p:cNvSpPr>
            <a:spLocks noGrp="1"/>
          </p:cNvSpPr>
          <p:nvPr>
            <p:ph type="dt" sz="half" idx="10"/>
          </p:nvPr>
        </p:nvSpPr>
        <p:spPr>
          <a:xfrm>
            <a:off x="8379537" y="6309360"/>
            <a:ext cx="1885598" cy="457200"/>
          </a:xfrm>
        </p:spPr>
        <p:txBody>
          <a:bodyPr/>
          <a:lstStyle/>
          <a:p>
            <a:r>
              <a:rPr lang="en-US" dirty="0"/>
              <a:t>9/8/20XX</a:t>
            </a:r>
          </a:p>
        </p:txBody>
      </p:sp>
      <p:sp>
        <p:nvSpPr>
          <p:cNvPr id="20" name="Slide Number Placeholder 9">
            <a:extLst>
              <a:ext uri="{FF2B5EF4-FFF2-40B4-BE49-F238E27FC236}">
                <a16:creationId xmlns:a16="http://schemas.microsoft.com/office/drawing/2014/main" id="{F5D9588C-9E6B-42F6-8B42-D18388626ACB}"/>
              </a:ext>
            </a:extLst>
          </p:cNvPr>
          <p:cNvSpPr>
            <a:spLocks noGrp="1"/>
          </p:cNvSpPr>
          <p:nvPr>
            <p:ph type="sldNum" sz="quarter" idx="12"/>
          </p:nvPr>
        </p:nvSpPr>
        <p:spPr>
          <a:xfrm>
            <a:off x="10569202" y="6309360"/>
            <a:ext cx="979879" cy="457200"/>
          </a:xfrm>
        </p:spPr>
        <p:txBody>
          <a:bodyPr/>
          <a:lstStyle>
            <a:lvl1pPr>
              <a:defRPr sz="1200" b="0"/>
            </a:lvl1pPr>
          </a:lstStyle>
          <a:p>
            <a:fld id="{FAEF9944-A4F6-4C59-AEBD-678D6480B8EA}" type="slidenum">
              <a:rPr lang="en-US" smtClean="0"/>
              <a:pPr/>
              <a:t>‹#›</a:t>
            </a:fld>
            <a:endParaRPr lang="en-US" dirty="0"/>
          </a:p>
        </p:txBody>
      </p:sp>
      <p:sp>
        <p:nvSpPr>
          <p:cNvPr id="18" name="Rectangle 17">
            <a:extLst>
              <a:ext uri="{FF2B5EF4-FFF2-40B4-BE49-F238E27FC236}">
                <a16:creationId xmlns:a16="http://schemas.microsoft.com/office/drawing/2014/main" id="{3E23953F-BF80-48E0-8282-62907D6C29C6}"/>
              </a:ext>
              <a:ext uri="{C183D7F6-B498-43B3-948B-1728B52AA6E4}">
                <adec:decorative xmlns:adec="http://schemas.microsoft.com/office/drawing/2017/decorative" val="1"/>
              </a:ext>
            </a:extLst>
          </p:cNvPr>
          <p:cNvSpPr/>
          <p:nvPr userDrawn="1"/>
        </p:nvSpPr>
        <p:spPr>
          <a:xfrm>
            <a:off x="8142523"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BD79D74E-6357-D3E7-30C0-09B4B82BA321}"/>
              </a:ext>
              <a:ext uri="{C183D7F6-B498-43B3-948B-1728B52AA6E4}">
                <adec:decorative xmlns:adec="http://schemas.microsoft.com/office/drawing/2017/decorative" val="1"/>
              </a:ext>
            </a:extLst>
          </p:cNvPr>
          <p:cNvSpPr/>
          <p:nvPr userDrawn="1"/>
        </p:nvSpPr>
        <p:spPr>
          <a:xfrm>
            <a:off x="8203482" y="1095507"/>
            <a:ext cx="3997653" cy="501689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156732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Title and 2 Content 3">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30FB3D5A-25E2-453F-A78E-0A20BDCE80A2}"/>
              </a:ext>
              <a:ext uri="{C183D7F6-B498-43B3-948B-1728B52AA6E4}">
                <adec:decorative xmlns:adec="http://schemas.microsoft.com/office/drawing/2017/decorative" val="1"/>
              </a:ext>
            </a:extLst>
          </p:cNvPr>
          <p:cNvSpPr/>
          <p:nvPr userDrawn="1"/>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28796342-0E80-4F8E-9563-9F5EDFC0DDF2}"/>
              </a:ext>
              <a:ext uri="{C183D7F6-B498-43B3-948B-1728B52AA6E4}">
                <adec:decorative xmlns:adec="http://schemas.microsoft.com/office/drawing/2017/decorative" val="1"/>
              </a:ext>
            </a:extLst>
          </p:cNvPr>
          <p:cNvSpPr/>
          <p:nvPr userDrawn="1"/>
        </p:nvSpPr>
        <p:spPr>
          <a:xfrm>
            <a:off x="1038768" y="-2946"/>
            <a:ext cx="11153231" cy="472778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C39B2F5D-C3BA-453E-8F4D-97074F48C7AE}"/>
              </a:ext>
              <a:ext uri="{C183D7F6-B498-43B3-948B-1728B52AA6E4}">
                <adec:decorative xmlns:adec="http://schemas.microsoft.com/office/drawing/2017/decorative" val="1"/>
              </a:ext>
            </a:extLst>
          </p:cNvPr>
          <p:cNvSpPr/>
          <p:nvPr userDrawn="1"/>
        </p:nvSpPr>
        <p:spPr>
          <a:xfrm>
            <a:off x="0" y="4724838"/>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1">
            <a:extLst>
              <a:ext uri="{FF2B5EF4-FFF2-40B4-BE49-F238E27FC236}">
                <a16:creationId xmlns:a16="http://schemas.microsoft.com/office/drawing/2014/main" id="{452D50E3-A27A-4AF6-928B-286E7BDB4BD9}"/>
              </a:ext>
            </a:extLst>
          </p:cNvPr>
          <p:cNvSpPr>
            <a:spLocks noGrp="1"/>
          </p:cNvSpPr>
          <p:nvPr>
            <p:ph type="title" hasCustomPrompt="1"/>
          </p:nvPr>
        </p:nvSpPr>
        <p:spPr>
          <a:xfrm>
            <a:off x="1535372" y="4873752"/>
            <a:ext cx="10013709" cy="1033272"/>
          </a:xfrm>
        </p:spPr>
        <p:txBody>
          <a:bodyPr tIns="182880" anchor="ctr" anchorCtr="0">
            <a:noAutofit/>
          </a:bodyPr>
          <a:lstStyle>
            <a:lvl1pPr>
              <a:lnSpc>
                <a:spcPct val="100000"/>
              </a:lnSpc>
              <a:defRPr sz="3200">
                <a:solidFill>
                  <a:schemeClr val="bg1"/>
                </a:solidFill>
              </a:defRPr>
            </a:lvl1pPr>
          </a:lstStyle>
          <a:p>
            <a:r>
              <a:rPr lang="en-US" dirty="0">
                <a:solidFill>
                  <a:schemeClr val="bg1"/>
                </a:solidFill>
              </a:rPr>
              <a:t>Click to add title</a:t>
            </a:r>
          </a:p>
        </p:txBody>
      </p:sp>
      <p:sp>
        <p:nvSpPr>
          <p:cNvPr id="15" name="Content Placeholder 2">
            <a:extLst>
              <a:ext uri="{FF2B5EF4-FFF2-40B4-BE49-F238E27FC236}">
                <a16:creationId xmlns:a16="http://schemas.microsoft.com/office/drawing/2014/main" id="{5778233C-CCEC-FC64-A709-616569B37D23}"/>
              </a:ext>
            </a:extLst>
          </p:cNvPr>
          <p:cNvSpPr>
            <a:spLocks noGrp="1"/>
          </p:cNvSpPr>
          <p:nvPr>
            <p:ph sz="quarter" idx="18" hasCustomPrompt="1"/>
          </p:nvPr>
        </p:nvSpPr>
        <p:spPr>
          <a:xfrm>
            <a:off x="1542563" y="502269"/>
            <a:ext cx="4753581" cy="3718557"/>
          </a:xfrm>
        </p:spPr>
        <p:txBody>
          <a:bodyPr anchor="t">
            <a:normAutofit/>
          </a:bodyPr>
          <a:lstStyle>
            <a:lvl1pPr marL="0" indent="0">
              <a:lnSpc>
                <a:spcPct val="125000"/>
              </a:lnSpc>
              <a:spcAft>
                <a:spcPts val="600"/>
              </a:spcAft>
              <a:buNone/>
              <a:defRPr sz="1800" b="0"/>
            </a:lvl1pPr>
            <a:lvl2pPr marL="283464">
              <a:lnSpc>
                <a:spcPct val="125000"/>
              </a:lnSpc>
              <a:spcAft>
                <a:spcPts val="600"/>
              </a:spcAft>
              <a:defRPr sz="1800"/>
            </a:lvl2pPr>
            <a:lvl3pPr marL="566928">
              <a:lnSpc>
                <a:spcPct val="125000"/>
              </a:lnSpc>
              <a:spcAft>
                <a:spcPts val="600"/>
              </a:spcAft>
              <a:defRPr sz="1800"/>
            </a:lvl3pPr>
            <a:lvl4pPr marL="850392">
              <a:lnSpc>
                <a:spcPct val="125000"/>
              </a:lnSpc>
              <a:spcAft>
                <a:spcPts val="600"/>
              </a:spcAft>
              <a:defRPr sz="1800"/>
            </a:lvl4pPr>
            <a:lvl5pPr marL="1133856">
              <a:lnSpc>
                <a:spcPct val="125000"/>
              </a:lnSpc>
              <a:spcAft>
                <a:spcPts val="6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a:extLst>
              <a:ext uri="{FF2B5EF4-FFF2-40B4-BE49-F238E27FC236}">
                <a16:creationId xmlns:a16="http://schemas.microsoft.com/office/drawing/2014/main" id="{67FEFA15-354D-6389-9102-922A664A73AE}"/>
              </a:ext>
            </a:extLst>
          </p:cNvPr>
          <p:cNvSpPr>
            <a:spLocks noGrp="1"/>
          </p:cNvSpPr>
          <p:nvPr>
            <p:ph sz="quarter" idx="19" hasCustomPrompt="1"/>
          </p:nvPr>
        </p:nvSpPr>
        <p:spPr>
          <a:xfrm>
            <a:off x="6966630" y="502269"/>
            <a:ext cx="4753581" cy="3718557"/>
          </a:xfrm>
        </p:spPr>
        <p:txBody>
          <a:bodyPr anchor="t">
            <a:normAutofit/>
          </a:bodyPr>
          <a:lstStyle>
            <a:lvl1pPr marL="0" indent="0">
              <a:lnSpc>
                <a:spcPct val="125000"/>
              </a:lnSpc>
              <a:spcAft>
                <a:spcPts val="600"/>
              </a:spcAft>
              <a:buNone/>
              <a:defRPr sz="1800" b="0"/>
            </a:lvl1pPr>
            <a:lvl2pPr marL="283464">
              <a:lnSpc>
                <a:spcPct val="125000"/>
              </a:lnSpc>
              <a:spcAft>
                <a:spcPts val="600"/>
              </a:spcAft>
              <a:defRPr sz="1800"/>
            </a:lvl2pPr>
            <a:lvl3pPr marL="566928">
              <a:lnSpc>
                <a:spcPct val="125000"/>
              </a:lnSpc>
              <a:spcAft>
                <a:spcPts val="600"/>
              </a:spcAft>
              <a:defRPr sz="1800"/>
            </a:lvl3pPr>
            <a:lvl4pPr marL="850392">
              <a:lnSpc>
                <a:spcPct val="125000"/>
              </a:lnSpc>
              <a:spcAft>
                <a:spcPts val="600"/>
              </a:spcAft>
              <a:defRPr sz="1800"/>
            </a:lvl4pPr>
            <a:lvl5pPr marL="1133856">
              <a:lnSpc>
                <a:spcPct val="125000"/>
              </a:lnSpc>
              <a:spcAft>
                <a:spcPts val="6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D874FDF0-F4BE-433D-86EE-9E1832D4388B}"/>
              </a:ext>
              <a:ext uri="{C183D7F6-B498-43B3-948B-1728B52AA6E4}">
                <adec:decorative xmlns:adec="http://schemas.microsoft.com/office/drawing/2017/decorative" val="1"/>
              </a:ext>
            </a:extLst>
          </p:cNvPr>
          <p:cNvSpPr/>
          <p:nvPr userDrawn="1"/>
        </p:nvSpPr>
        <p:spPr>
          <a:xfrm>
            <a:off x="-1" y="4790620"/>
            <a:ext cx="1006766" cy="12161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25DFCD07-1301-45ED-B326-449ECFADE70D}"/>
              </a:ext>
              <a:ext uri="{C183D7F6-B498-43B3-948B-1728B52AA6E4}">
                <adec:decorative xmlns:adec="http://schemas.microsoft.com/office/drawing/2017/decorative" val="1"/>
              </a:ext>
            </a:extLst>
          </p:cNvPr>
          <p:cNvSpPr/>
          <p:nvPr userDrawn="1"/>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ooter Placeholder 4">
            <a:extLst>
              <a:ext uri="{FF2B5EF4-FFF2-40B4-BE49-F238E27FC236}">
                <a16:creationId xmlns:a16="http://schemas.microsoft.com/office/drawing/2014/main" id="{BD5DA270-E83F-4CC8-9DA6-27CA3AEC0745}"/>
              </a:ext>
            </a:extLst>
          </p:cNvPr>
          <p:cNvSpPr>
            <a:spLocks noGrp="1"/>
          </p:cNvSpPr>
          <p:nvPr>
            <p:ph type="ftr" sz="quarter" idx="11"/>
          </p:nvPr>
        </p:nvSpPr>
        <p:spPr>
          <a:xfrm>
            <a:off x="1535372" y="6309360"/>
            <a:ext cx="4946592" cy="457200"/>
          </a:xfrm>
        </p:spPr>
        <p:txBody>
          <a:bodyPr/>
          <a:lstStyle/>
          <a:p>
            <a:r>
              <a:rPr lang="en-US" dirty="0"/>
              <a:t>Presentation Title</a:t>
            </a:r>
          </a:p>
        </p:txBody>
      </p:sp>
      <p:sp>
        <p:nvSpPr>
          <p:cNvPr id="9" name="Date Placeholder 3">
            <a:extLst>
              <a:ext uri="{FF2B5EF4-FFF2-40B4-BE49-F238E27FC236}">
                <a16:creationId xmlns:a16="http://schemas.microsoft.com/office/drawing/2014/main" id="{57804587-2E59-4D83-B86E-83ADAE4FDC13}"/>
              </a:ext>
            </a:extLst>
          </p:cNvPr>
          <p:cNvSpPr>
            <a:spLocks noGrp="1"/>
          </p:cNvSpPr>
          <p:nvPr>
            <p:ph type="dt" sz="half" idx="10"/>
          </p:nvPr>
        </p:nvSpPr>
        <p:spPr>
          <a:xfrm>
            <a:off x="6678168" y="6309360"/>
            <a:ext cx="2148840" cy="457200"/>
          </a:xfrm>
        </p:spPr>
        <p:txBody>
          <a:bodyPr/>
          <a:lstStyle>
            <a:lvl1pPr algn="l">
              <a:defRPr/>
            </a:lvl1pPr>
          </a:lstStyle>
          <a:p>
            <a:r>
              <a:rPr lang="en-US" dirty="0"/>
              <a:t>9/8/20XX</a:t>
            </a:r>
          </a:p>
        </p:txBody>
      </p:sp>
      <p:sp>
        <p:nvSpPr>
          <p:cNvPr id="10" name="Slide Number Placeholder 5">
            <a:extLst>
              <a:ext uri="{FF2B5EF4-FFF2-40B4-BE49-F238E27FC236}">
                <a16:creationId xmlns:a16="http://schemas.microsoft.com/office/drawing/2014/main" id="{5339F117-3072-4F0C-8D1D-E5DC918CE4F0}"/>
              </a:ext>
            </a:extLst>
          </p:cNvPr>
          <p:cNvSpPr>
            <a:spLocks noGrp="1"/>
          </p:cNvSpPr>
          <p:nvPr>
            <p:ph type="sldNum" sz="quarter" idx="12"/>
          </p:nvPr>
        </p:nvSpPr>
        <p:spPr>
          <a:xfrm>
            <a:off x="10569202" y="6309360"/>
            <a:ext cx="979879" cy="457200"/>
          </a:xfrm>
        </p:spPr>
        <p:txBody>
          <a:bodyPr/>
          <a:lstStyle>
            <a:lvl1pPr>
              <a:defRPr sz="1200" b="0"/>
            </a:lvl1p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19417929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wo Content 2">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DF88512-9E62-4695-B350-39488566A1F7}"/>
              </a:ext>
              <a:ext uri="{C183D7F6-B498-43B3-948B-1728B52AA6E4}">
                <adec:decorative xmlns:adec="http://schemas.microsoft.com/office/drawing/2017/decorative" val="1"/>
              </a:ext>
            </a:extLst>
          </p:cNvPr>
          <p:cNvSpPr/>
          <p:nvPr userDrawn="1"/>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18CD596D-95F4-4C5C-A0E7-86D747FE70BE}"/>
              </a:ext>
              <a:ext uri="{C183D7F6-B498-43B3-948B-1728B52AA6E4}">
                <adec:decorative xmlns:adec="http://schemas.microsoft.com/office/drawing/2017/decorative" val="1"/>
              </a:ext>
            </a:extLst>
          </p:cNvPr>
          <p:cNvSpPr/>
          <p:nvPr userDrawn="1"/>
        </p:nvSpPr>
        <p:spPr>
          <a:xfrm>
            <a:off x="1038768" y="2130218"/>
            <a:ext cx="11153231" cy="472778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67553E9F-DCBF-4BEE-A261-5AA97361A0E0}"/>
              </a:ext>
              <a:ext uri="{C183D7F6-B498-43B3-948B-1728B52AA6E4}">
                <adec:decorative xmlns:adec="http://schemas.microsoft.com/office/drawing/2017/decorative" val="1"/>
              </a:ext>
            </a:extLst>
          </p:cNvPr>
          <p:cNvSpPr/>
          <p:nvPr userDrawn="1"/>
        </p:nvSpPr>
        <p:spPr>
          <a:xfrm>
            <a:off x="0" y="896641"/>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a:extLst>
              <a:ext uri="{FF2B5EF4-FFF2-40B4-BE49-F238E27FC236}">
                <a16:creationId xmlns:a16="http://schemas.microsoft.com/office/drawing/2014/main" id="{949B0EB0-AEBA-44ED-BC77-4188C7486144}"/>
              </a:ext>
            </a:extLst>
          </p:cNvPr>
          <p:cNvSpPr>
            <a:spLocks noGrp="1"/>
          </p:cNvSpPr>
          <p:nvPr>
            <p:ph type="title" hasCustomPrompt="1"/>
          </p:nvPr>
        </p:nvSpPr>
        <p:spPr>
          <a:xfrm>
            <a:off x="1535371" y="962423"/>
            <a:ext cx="10013710" cy="1216152"/>
          </a:xfrm>
        </p:spPr>
        <p:txBody>
          <a:bodyPr tIns="182880" anchor="ctr" anchorCtr="0">
            <a:noAutofit/>
          </a:bodyPr>
          <a:lstStyle>
            <a:lvl1pPr>
              <a:lnSpc>
                <a:spcPct val="100000"/>
              </a:lnSpc>
              <a:defRPr sz="3200">
                <a:solidFill>
                  <a:schemeClr val="bg1"/>
                </a:solidFill>
              </a:defRPr>
            </a:lvl1pPr>
          </a:lstStyle>
          <a:p>
            <a:r>
              <a:rPr lang="en-US" dirty="0">
                <a:solidFill>
                  <a:schemeClr val="bg1"/>
                </a:solidFill>
              </a:rPr>
              <a:t>Click to add title</a:t>
            </a:r>
          </a:p>
        </p:txBody>
      </p:sp>
      <p:sp>
        <p:nvSpPr>
          <p:cNvPr id="2" name="Content Placeholder 2">
            <a:extLst>
              <a:ext uri="{FF2B5EF4-FFF2-40B4-BE49-F238E27FC236}">
                <a16:creationId xmlns:a16="http://schemas.microsoft.com/office/drawing/2014/main" id="{252AD8E1-37CB-EB1E-9394-A293E1F2107F}"/>
              </a:ext>
            </a:extLst>
          </p:cNvPr>
          <p:cNvSpPr>
            <a:spLocks noGrp="1"/>
          </p:cNvSpPr>
          <p:nvPr>
            <p:ph sz="quarter" idx="18" hasCustomPrompt="1"/>
          </p:nvPr>
        </p:nvSpPr>
        <p:spPr>
          <a:xfrm>
            <a:off x="1542563" y="2590800"/>
            <a:ext cx="6441412" cy="3718557"/>
          </a:xfrm>
        </p:spPr>
        <p:txBody>
          <a:bodyPr anchor="t">
            <a:normAutofit/>
          </a:bodyPr>
          <a:lstStyle>
            <a:lvl1pPr marL="0" indent="0">
              <a:lnSpc>
                <a:spcPct val="125000"/>
              </a:lnSpc>
              <a:spcAft>
                <a:spcPts val="600"/>
              </a:spcAft>
              <a:buNone/>
              <a:defRPr sz="1800" b="0"/>
            </a:lvl1pPr>
            <a:lvl2pPr marL="283464">
              <a:lnSpc>
                <a:spcPct val="125000"/>
              </a:lnSpc>
              <a:spcAft>
                <a:spcPts val="600"/>
              </a:spcAft>
              <a:defRPr sz="1800"/>
            </a:lvl2pPr>
            <a:lvl3pPr marL="566928">
              <a:lnSpc>
                <a:spcPct val="125000"/>
              </a:lnSpc>
              <a:spcAft>
                <a:spcPts val="600"/>
              </a:spcAft>
              <a:defRPr sz="1800"/>
            </a:lvl3pPr>
            <a:lvl4pPr marL="850392">
              <a:lnSpc>
                <a:spcPct val="125000"/>
              </a:lnSpc>
              <a:spcAft>
                <a:spcPts val="600"/>
              </a:spcAft>
              <a:defRPr sz="1800"/>
            </a:lvl4pPr>
            <a:lvl5pPr marL="1133856">
              <a:lnSpc>
                <a:spcPct val="125000"/>
              </a:lnSpc>
              <a:spcAft>
                <a:spcPts val="6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a:extLst>
              <a:ext uri="{FF2B5EF4-FFF2-40B4-BE49-F238E27FC236}">
                <a16:creationId xmlns:a16="http://schemas.microsoft.com/office/drawing/2014/main" id="{5B37B294-6F01-986D-E8E5-119AE9A8F2BE}"/>
              </a:ext>
            </a:extLst>
          </p:cNvPr>
          <p:cNvSpPr>
            <a:spLocks noGrp="1"/>
          </p:cNvSpPr>
          <p:nvPr>
            <p:ph sz="quarter" idx="17" hasCustomPrompt="1"/>
          </p:nvPr>
        </p:nvSpPr>
        <p:spPr>
          <a:xfrm>
            <a:off x="8197362" y="2590800"/>
            <a:ext cx="3522849" cy="3718557"/>
          </a:xfrm>
        </p:spPr>
        <p:txBody>
          <a:bodyPr anchor="t">
            <a:normAutofit/>
          </a:bodyPr>
          <a:lstStyle>
            <a:lvl1pPr marL="285750" indent="-285750">
              <a:lnSpc>
                <a:spcPct val="125000"/>
              </a:lnSpc>
              <a:spcAft>
                <a:spcPts val="600"/>
              </a:spcAft>
              <a:buFont typeface="Wingdings" panose="05000000000000000000" pitchFamily="2" charset="2"/>
              <a:buChar char="§"/>
              <a:defRPr sz="1800" b="0"/>
            </a:lvl1pPr>
            <a:lvl2pPr>
              <a:lnSpc>
                <a:spcPct val="125000"/>
              </a:lnSpc>
              <a:spcAft>
                <a:spcPts val="600"/>
              </a:spcAft>
              <a:defRPr sz="1800"/>
            </a:lvl2pPr>
            <a:lvl3pPr>
              <a:lnSpc>
                <a:spcPct val="125000"/>
              </a:lnSpc>
              <a:spcAft>
                <a:spcPts val="600"/>
              </a:spcAft>
              <a:defRPr sz="1800"/>
            </a:lvl3pPr>
            <a:lvl4pPr>
              <a:lnSpc>
                <a:spcPct val="125000"/>
              </a:lnSpc>
              <a:spcAft>
                <a:spcPts val="600"/>
              </a:spcAft>
              <a:defRPr sz="1800"/>
            </a:lvl4pPr>
            <a:lvl5pPr>
              <a:lnSpc>
                <a:spcPct val="125000"/>
              </a:lnSpc>
              <a:spcAft>
                <a:spcPts val="6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7278DD10-67BC-4E87-A788-A45C6093F5F8}"/>
              </a:ext>
              <a:ext uri="{C183D7F6-B498-43B3-948B-1728B52AA6E4}">
                <adec:decorative xmlns:adec="http://schemas.microsoft.com/office/drawing/2017/decorative" val="1"/>
              </a:ext>
            </a:extLst>
          </p:cNvPr>
          <p:cNvSpPr/>
          <p:nvPr userDrawn="1"/>
        </p:nvSpPr>
        <p:spPr>
          <a:xfrm>
            <a:off x="-1" y="962423"/>
            <a:ext cx="1006766" cy="12161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916769F5-486B-4B48-A543-2C70359DF66E}"/>
              </a:ext>
              <a:ext uri="{C183D7F6-B498-43B3-948B-1728B52AA6E4}">
                <adec:decorative xmlns:adec="http://schemas.microsoft.com/office/drawing/2017/decorative" val="1"/>
              </a:ext>
            </a:extLst>
          </p:cNvPr>
          <p:cNvSpPr/>
          <p:nvPr userDrawn="1"/>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ooter Placeholder 4">
            <a:extLst>
              <a:ext uri="{FF2B5EF4-FFF2-40B4-BE49-F238E27FC236}">
                <a16:creationId xmlns:a16="http://schemas.microsoft.com/office/drawing/2014/main" id="{B47BB165-F380-48C4-B95B-C09C91893B2D}"/>
              </a:ext>
            </a:extLst>
          </p:cNvPr>
          <p:cNvSpPr>
            <a:spLocks noGrp="1"/>
          </p:cNvSpPr>
          <p:nvPr>
            <p:ph type="ftr" sz="quarter" idx="11"/>
          </p:nvPr>
        </p:nvSpPr>
        <p:spPr>
          <a:xfrm>
            <a:off x="1535371" y="6309360"/>
            <a:ext cx="5049579" cy="457200"/>
          </a:xfrm>
        </p:spPr>
        <p:txBody>
          <a:bodyPr/>
          <a:lstStyle/>
          <a:p>
            <a:r>
              <a:rPr lang="en-US" dirty="0"/>
              <a:t>Presentation Title</a:t>
            </a:r>
          </a:p>
        </p:txBody>
      </p:sp>
      <p:sp>
        <p:nvSpPr>
          <p:cNvPr id="14" name="Slide Number Placeholder 5">
            <a:extLst>
              <a:ext uri="{FF2B5EF4-FFF2-40B4-BE49-F238E27FC236}">
                <a16:creationId xmlns:a16="http://schemas.microsoft.com/office/drawing/2014/main" id="{F0805E9B-6657-4167-BD79-CAC59C0D841D}"/>
              </a:ext>
            </a:extLst>
          </p:cNvPr>
          <p:cNvSpPr>
            <a:spLocks noGrp="1"/>
          </p:cNvSpPr>
          <p:nvPr>
            <p:ph type="sldNum" sz="quarter" idx="12"/>
          </p:nvPr>
        </p:nvSpPr>
        <p:spPr>
          <a:xfrm>
            <a:off x="10569202" y="6309360"/>
            <a:ext cx="979879" cy="457200"/>
          </a:xfrm>
        </p:spPr>
        <p:txBody>
          <a:bodyPr/>
          <a:lstStyle>
            <a:lvl1pPr>
              <a:defRPr sz="1200" b="0"/>
            </a:lvl1pPr>
          </a:lstStyle>
          <a:p>
            <a:fld id="{FAEF9944-A4F6-4C59-AEBD-678D6480B8EA}" type="slidenum">
              <a:rPr lang="en-US" smtClean="0"/>
              <a:pPr/>
              <a:t>‹#›</a:t>
            </a:fld>
            <a:endParaRPr lang="en-US" dirty="0"/>
          </a:p>
        </p:txBody>
      </p:sp>
      <p:sp>
        <p:nvSpPr>
          <p:cNvPr id="3" name="Date Placeholder 3">
            <a:extLst>
              <a:ext uri="{FF2B5EF4-FFF2-40B4-BE49-F238E27FC236}">
                <a16:creationId xmlns:a16="http://schemas.microsoft.com/office/drawing/2014/main" id="{D0EFA1AD-93FB-148E-CFC6-A6E5D9967406}"/>
              </a:ext>
            </a:extLst>
          </p:cNvPr>
          <p:cNvSpPr>
            <a:spLocks noGrp="1"/>
          </p:cNvSpPr>
          <p:nvPr>
            <p:ph type="dt" sz="half" idx="10"/>
          </p:nvPr>
        </p:nvSpPr>
        <p:spPr>
          <a:xfrm>
            <a:off x="6678168" y="6309360"/>
            <a:ext cx="2148840" cy="457200"/>
          </a:xfrm>
        </p:spPr>
        <p:txBody>
          <a:bodyPr/>
          <a:lstStyle>
            <a:lvl1pPr algn="l">
              <a:defRPr/>
            </a:lvl1pPr>
          </a:lstStyle>
          <a:p>
            <a:r>
              <a:rPr lang="en-US" dirty="0"/>
              <a:t>9/8/20XX</a:t>
            </a:r>
          </a:p>
        </p:txBody>
      </p:sp>
    </p:spTree>
    <p:extLst>
      <p:ext uri="{BB962C8B-B14F-4D97-AF65-F5344CB8AC3E}">
        <p14:creationId xmlns:p14="http://schemas.microsoft.com/office/powerpoint/2010/main" val="3785763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ntent 2">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F5F5DFA-1BC3-4062-9356-6145C9F7CD56}"/>
              </a:ext>
              <a:ext uri="{C183D7F6-B498-43B3-948B-1728B52AA6E4}">
                <adec:decorative xmlns:adec="http://schemas.microsoft.com/office/drawing/2017/decorative" val="1"/>
              </a:ext>
            </a:extLst>
          </p:cNvPr>
          <p:cNvSpPr/>
          <p:nvPr userDrawn="1"/>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E6B5D461-AEC0-477F-A77A-6227F95A8374}"/>
              </a:ext>
              <a:ext uri="{C183D7F6-B498-43B3-948B-1728B52AA6E4}">
                <adec:decorative xmlns:adec="http://schemas.microsoft.com/office/drawing/2017/decorative" val="1"/>
              </a:ext>
            </a:extLst>
          </p:cNvPr>
          <p:cNvSpPr/>
          <p:nvPr userDrawn="1"/>
        </p:nvSpPr>
        <p:spPr>
          <a:xfrm>
            <a:off x="0" y="0"/>
            <a:ext cx="4016188" cy="105654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DE1A041D-DE47-45FA-AC78-CC7FD02571F2}"/>
              </a:ext>
              <a:ext uri="{C183D7F6-B498-43B3-948B-1728B52AA6E4}">
                <adec:decorative xmlns:adec="http://schemas.microsoft.com/office/drawing/2017/decorative" val="1"/>
              </a:ext>
            </a:extLst>
          </p:cNvPr>
          <p:cNvSpPr/>
          <p:nvPr userDrawn="1"/>
        </p:nvSpPr>
        <p:spPr>
          <a:xfrm>
            <a:off x="1525" y="1031500"/>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11614254-52EF-4F58-99B1-CDA7C39223C1}"/>
              </a:ext>
              <a:ext uri="{C183D7F6-B498-43B3-948B-1728B52AA6E4}">
                <adec:decorative xmlns:adec="http://schemas.microsoft.com/office/drawing/2017/decorative" val="1"/>
              </a:ext>
            </a:extLst>
          </p:cNvPr>
          <p:cNvSpPr/>
          <p:nvPr userDrawn="1"/>
        </p:nvSpPr>
        <p:spPr>
          <a:xfrm>
            <a:off x="3988518" y="1095508"/>
            <a:ext cx="8203482" cy="5016893"/>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itle 1">
            <a:extLst>
              <a:ext uri="{FF2B5EF4-FFF2-40B4-BE49-F238E27FC236}">
                <a16:creationId xmlns:a16="http://schemas.microsoft.com/office/drawing/2014/main" id="{BD3B3ABA-0408-41EA-935D-D4F4586AA840}"/>
              </a:ext>
            </a:extLst>
          </p:cNvPr>
          <p:cNvSpPr>
            <a:spLocks noGrp="1"/>
          </p:cNvSpPr>
          <p:nvPr>
            <p:ph type="title" hasCustomPrompt="1"/>
          </p:nvPr>
        </p:nvSpPr>
        <p:spPr>
          <a:xfrm>
            <a:off x="4506511" y="1393926"/>
            <a:ext cx="7042570" cy="1626225"/>
          </a:xfrm>
        </p:spPr>
        <p:txBody>
          <a:bodyPr anchor="b" anchorCtr="0">
            <a:noAutofit/>
          </a:bodyPr>
          <a:lstStyle>
            <a:lvl1pPr>
              <a:lnSpc>
                <a:spcPct val="100000"/>
              </a:lnSpc>
              <a:defRPr sz="3200"/>
            </a:lvl1pPr>
          </a:lstStyle>
          <a:p>
            <a:r>
              <a:rPr lang="en-US" dirty="0"/>
              <a:t>Click to add title</a:t>
            </a:r>
          </a:p>
        </p:txBody>
      </p:sp>
      <p:sp>
        <p:nvSpPr>
          <p:cNvPr id="2" name="Content Placeholder 2">
            <a:extLst>
              <a:ext uri="{FF2B5EF4-FFF2-40B4-BE49-F238E27FC236}">
                <a16:creationId xmlns:a16="http://schemas.microsoft.com/office/drawing/2014/main" id="{FEF27B53-079D-232F-8AA5-ED461B34E8D2}"/>
              </a:ext>
            </a:extLst>
          </p:cNvPr>
          <p:cNvSpPr>
            <a:spLocks noGrp="1"/>
          </p:cNvSpPr>
          <p:nvPr>
            <p:ph sz="quarter" idx="16" hasCustomPrompt="1"/>
          </p:nvPr>
        </p:nvSpPr>
        <p:spPr>
          <a:xfrm>
            <a:off x="4506741" y="3153103"/>
            <a:ext cx="7042335" cy="2648312"/>
          </a:xfrm>
        </p:spPr>
        <p:txBody>
          <a:bodyPr anchor="t">
            <a:normAutofit/>
          </a:bodyPr>
          <a:lstStyle>
            <a:lvl1pPr marL="0" indent="0">
              <a:lnSpc>
                <a:spcPct val="125000"/>
              </a:lnSpc>
              <a:spcAft>
                <a:spcPts val="600"/>
              </a:spcAft>
              <a:buNone/>
              <a:defRPr sz="1800" b="0"/>
            </a:lvl1pPr>
            <a:lvl2pPr>
              <a:lnSpc>
                <a:spcPct val="125000"/>
              </a:lnSpc>
              <a:spcAft>
                <a:spcPts val="600"/>
              </a:spcAft>
              <a:defRPr sz="1800"/>
            </a:lvl2pPr>
            <a:lvl3pPr>
              <a:lnSpc>
                <a:spcPct val="125000"/>
              </a:lnSpc>
              <a:spcAft>
                <a:spcPts val="600"/>
              </a:spcAft>
              <a:defRPr sz="1800"/>
            </a:lvl3pPr>
            <a:lvl4pPr>
              <a:lnSpc>
                <a:spcPct val="125000"/>
              </a:lnSpc>
              <a:spcAft>
                <a:spcPts val="600"/>
              </a:spcAft>
              <a:defRPr sz="1800"/>
            </a:lvl4pPr>
            <a:lvl5pPr>
              <a:lnSpc>
                <a:spcPct val="125000"/>
              </a:lnSpc>
              <a:spcAft>
                <a:spcPts val="6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Rectangle 13">
            <a:extLst>
              <a:ext uri="{FF2B5EF4-FFF2-40B4-BE49-F238E27FC236}">
                <a16:creationId xmlns:a16="http://schemas.microsoft.com/office/drawing/2014/main" id="{1837301C-2B9B-4119-9002-BD6DB2AB87FB}"/>
              </a:ext>
              <a:ext uri="{C183D7F6-B498-43B3-948B-1728B52AA6E4}">
                <adec:decorative xmlns:adec="http://schemas.microsoft.com/office/drawing/2017/decorative" val="1"/>
              </a:ext>
            </a:extLst>
          </p:cNvPr>
          <p:cNvSpPr/>
          <p:nvPr userDrawn="1"/>
        </p:nvSpPr>
        <p:spPr>
          <a:xfrm>
            <a:off x="4041913" y="6144405"/>
            <a:ext cx="8150087" cy="71359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BD12738D-D0ED-4899-A01C-42439B5B3E64}"/>
              </a:ext>
              <a:ext uri="{C183D7F6-B498-43B3-948B-1728B52AA6E4}">
                <adec:decorative xmlns:adec="http://schemas.microsoft.com/office/drawing/2017/decorative" val="1"/>
              </a:ext>
            </a:extLst>
          </p:cNvPr>
          <p:cNvSpPr/>
          <p:nvPr userDrawn="1"/>
        </p:nvSpPr>
        <p:spPr>
          <a:xfrm>
            <a:off x="0" y="6167615"/>
            <a:ext cx="3982418" cy="69038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5EED261D-45B9-40C1-8341-8B8B796E8AE2}"/>
              </a:ext>
              <a:ext uri="{C183D7F6-B498-43B3-948B-1728B52AA6E4}">
                <adec:decorative xmlns:adec="http://schemas.microsoft.com/office/drawing/2017/decorative" val="1"/>
              </a:ext>
            </a:extLst>
          </p:cNvPr>
          <p:cNvSpPr/>
          <p:nvPr userDrawn="1"/>
        </p:nvSpPr>
        <p:spPr>
          <a:xfrm>
            <a:off x="1525" y="6112401"/>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3E23953F-BF80-48E0-8282-62907D6C29C6}"/>
              </a:ext>
              <a:ext uri="{C183D7F6-B498-43B3-948B-1728B52AA6E4}">
                <adec:decorative xmlns:adec="http://schemas.microsoft.com/office/drawing/2017/decorative" val="1"/>
              </a:ext>
            </a:extLst>
          </p:cNvPr>
          <p:cNvSpPr/>
          <p:nvPr userDrawn="1"/>
        </p:nvSpPr>
        <p:spPr>
          <a:xfrm>
            <a:off x="3986412"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ooter Placeholder 4">
            <a:extLst>
              <a:ext uri="{FF2B5EF4-FFF2-40B4-BE49-F238E27FC236}">
                <a16:creationId xmlns:a16="http://schemas.microsoft.com/office/drawing/2014/main" id="{4F4FDF97-2780-775F-9416-96F7A90662B2}"/>
              </a:ext>
            </a:extLst>
          </p:cNvPr>
          <p:cNvSpPr>
            <a:spLocks noGrp="1"/>
          </p:cNvSpPr>
          <p:nvPr>
            <p:ph type="ftr" sz="quarter" idx="11"/>
          </p:nvPr>
        </p:nvSpPr>
        <p:spPr>
          <a:xfrm>
            <a:off x="6172202" y="6309360"/>
            <a:ext cx="4280135" cy="457200"/>
          </a:xfrm>
        </p:spPr>
        <p:txBody>
          <a:bodyPr/>
          <a:lstStyle>
            <a:lvl1pPr algn="ctr">
              <a:defRPr>
                <a:effectLst/>
              </a:defRPr>
            </a:lvl1pPr>
          </a:lstStyle>
          <a:p>
            <a:r>
              <a:rPr lang="en-US" dirty="0"/>
              <a:t>Presentation Title</a:t>
            </a:r>
          </a:p>
        </p:txBody>
      </p:sp>
      <p:sp>
        <p:nvSpPr>
          <p:cNvPr id="24" name="Date Placeholder 3">
            <a:extLst>
              <a:ext uri="{FF2B5EF4-FFF2-40B4-BE49-F238E27FC236}">
                <a16:creationId xmlns:a16="http://schemas.microsoft.com/office/drawing/2014/main" id="{A03787D1-4AB7-2166-D4DB-A3878CBB24F1}"/>
              </a:ext>
            </a:extLst>
          </p:cNvPr>
          <p:cNvSpPr>
            <a:spLocks noGrp="1"/>
          </p:cNvSpPr>
          <p:nvPr>
            <p:ph type="dt" sz="half" idx="10"/>
          </p:nvPr>
        </p:nvSpPr>
        <p:spPr>
          <a:xfrm>
            <a:off x="4506511" y="6309360"/>
            <a:ext cx="1513289" cy="457200"/>
          </a:xfrm>
        </p:spPr>
        <p:txBody>
          <a:bodyPr/>
          <a:lstStyle>
            <a:lvl1pPr>
              <a:defRPr>
                <a:effectLst/>
              </a:defRPr>
            </a:lvl1pPr>
          </a:lstStyle>
          <a:p>
            <a:r>
              <a:rPr lang="en-US" dirty="0">
                <a:solidFill>
                  <a:schemeClr val="tx2"/>
                </a:solidFill>
              </a:rPr>
              <a:t>9/8/20XX</a:t>
            </a:r>
            <a:endParaRPr lang="en-US" dirty="0"/>
          </a:p>
        </p:txBody>
      </p:sp>
      <p:sp>
        <p:nvSpPr>
          <p:cNvPr id="25" name="Slide Number Placeholder 5">
            <a:extLst>
              <a:ext uri="{FF2B5EF4-FFF2-40B4-BE49-F238E27FC236}">
                <a16:creationId xmlns:a16="http://schemas.microsoft.com/office/drawing/2014/main" id="{4F8C5CD2-BF99-0846-2E4A-179E6C459F1A}"/>
              </a:ext>
            </a:extLst>
          </p:cNvPr>
          <p:cNvSpPr>
            <a:spLocks noGrp="1"/>
          </p:cNvSpPr>
          <p:nvPr>
            <p:ph type="sldNum" sz="quarter" idx="12"/>
          </p:nvPr>
        </p:nvSpPr>
        <p:spPr>
          <a:xfrm>
            <a:off x="10569202" y="6309360"/>
            <a:ext cx="979879" cy="457200"/>
          </a:xfrm>
        </p:spPr>
        <p:txBody>
          <a:bodyPr/>
          <a:lstStyle>
            <a:lvl1pPr>
              <a:defRPr sz="1200" b="0"/>
            </a:lvl1p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7170198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wo Content 3">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2A19A957-1FB5-43F8-B325-BBD9FEF23E88}"/>
              </a:ext>
              <a:ext uri="{C183D7F6-B498-43B3-948B-1728B52AA6E4}">
                <adec:decorative xmlns:adec="http://schemas.microsoft.com/office/drawing/2017/decorative" val="1"/>
              </a:ext>
            </a:extLst>
          </p:cNvPr>
          <p:cNvSpPr/>
          <p:nvPr userDrawn="1"/>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0" name="Rectangle 19">
            <a:extLst>
              <a:ext uri="{FF2B5EF4-FFF2-40B4-BE49-F238E27FC236}">
                <a16:creationId xmlns:a16="http://schemas.microsoft.com/office/drawing/2014/main" id="{3FA5410A-92A6-4C0B-9D89-186B7DDB20BD}"/>
              </a:ext>
              <a:ext uri="{C183D7F6-B498-43B3-948B-1728B52AA6E4}">
                <adec:decorative xmlns:adec="http://schemas.microsoft.com/office/drawing/2017/decorative" val="1"/>
              </a:ext>
            </a:extLst>
          </p:cNvPr>
          <p:cNvSpPr/>
          <p:nvPr userDrawn="1"/>
        </p:nvSpPr>
        <p:spPr>
          <a:xfrm>
            <a:off x="0" y="0"/>
            <a:ext cx="12192000" cy="135161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21A26073-23A2-4B91-A128-79AA1BE93523}"/>
              </a:ext>
              <a:ext uri="{C183D7F6-B498-43B3-948B-1728B52AA6E4}">
                <adec:decorative xmlns:adec="http://schemas.microsoft.com/office/drawing/2017/decorative" val="1"/>
              </a:ext>
            </a:extLst>
          </p:cNvPr>
          <p:cNvSpPr/>
          <p:nvPr userDrawn="1"/>
        </p:nvSpPr>
        <p:spPr>
          <a:xfrm>
            <a:off x="1" y="1351619"/>
            <a:ext cx="12192000" cy="4749487"/>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C14D5DFA-0CEA-43F0-98EE-6C9F741F7C96}"/>
              </a:ext>
              <a:ext uri="{C183D7F6-B498-43B3-948B-1728B52AA6E4}">
                <adec:decorative xmlns:adec="http://schemas.microsoft.com/office/drawing/2017/decorative" val="1"/>
              </a:ext>
            </a:extLst>
          </p:cNvPr>
          <p:cNvSpPr/>
          <p:nvPr userDrawn="1"/>
        </p:nvSpPr>
        <p:spPr>
          <a:xfrm>
            <a:off x="1" y="6107836"/>
            <a:ext cx="4651248" cy="750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itle 1">
            <a:extLst>
              <a:ext uri="{FF2B5EF4-FFF2-40B4-BE49-F238E27FC236}">
                <a16:creationId xmlns:a16="http://schemas.microsoft.com/office/drawing/2014/main" id="{5E19795B-1103-80EF-6098-1E8371D07DB8}"/>
              </a:ext>
            </a:extLst>
          </p:cNvPr>
          <p:cNvSpPr>
            <a:spLocks noGrp="1"/>
          </p:cNvSpPr>
          <p:nvPr>
            <p:ph type="title" hasCustomPrompt="1"/>
          </p:nvPr>
        </p:nvSpPr>
        <p:spPr>
          <a:xfrm>
            <a:off x="648935" y="91439"/>
            <a:ext cx="10900146" cy="1168739"/>
          </a:xfrm>
        </p:spPr>
        <p:txBody>
          <a:bodyPr tIns="182880" anchor="ctr" anchorCtr="0">
            <a:noAutofit/>
          </a:bodyPr>
          <a:lstStyle>
            <a:lvl1pPr>
              <a:lnSpc>
                <a:spcPct val="100000"/>
              </a:lnSpc>
              <a:defRPr sz="3200">
                <a:solidFill>
                  <a:schemeClr val="bg1"/>
                </a:solidFill>
              </a:defRPr>
            </a:lvl1pPr>
          </a:lstStyle>
          <a:p>
            <a:r>
              <a:rPr lang="en-US" dirty="0">
                <a:solidFill>
                  <a:schemeClr val="bg1"/>
                </a:solidFill>
              </a:rPr>
              <a:t>Click to add title</a:t>
            </a:r>
          </a:p>
        </p:txBody>
      </p:sp>
      <p:sp>
        <p:nvSpPr>
          <p:cNvPr id="3" name="Content Placeholder 2">
            <a:extLst>
              <a:ext uri="{FF2B5EF4-FFF2-40B4-BE49-F238E27FC236}">
                <a16:creationId xmlns:a16="http://schemas.microsoft.com/office/drawing/2014/main" id="{7ED4F766-C576-F298-E93A-CD0D832F8E4F}"/>
              </a:ext>
            </a:extLst>
          </p:cNvPr>
          <p:cNvSpPr>
            <a:spLocks noGrp="1"/>
          </p:cNvSpPr>
          <p:nvPr>
            <p:ph sz="quarter" idx="14" hasCustomPrompt="1"/>
          </p:nvPr>
        </p:nvSpPr>
        <p:spPr>
          <a:xfrm>
            <a:off x="648935" y="1646102"/>
            <a:ext cx="3819652" cy="4160520"/>
          </a:xfrm>
        </p:spPr>
        <p:txBody>
          <a:bodyPr anchor="t">
            <a:normAutofit/>
          </a:bodyPr>
          <a:lstStyle>
            <a:lvl1pPr>
              <a:lnSpc>
                <a:spcPct val="125000"/>
              </a:lnSpc>
              <a:spcAft>
                <a:spcPts val="600"/>
              </a:spcAft>
              <a:defRPr sz="1800" b="0"/>
            </a:lvl1pPr>
            <a:lvl2pPr>
              <a:lnSpc>
                <a:spcPct val="125000"/>
              </a:lnSpc>
              <a:spcAft>
                <a:spcPts val="600"/>
              </a:spcAft>
              <a:defRPr sz="1800"/>
            </a:lvl2pPr>
            <a:lvl3pPr>
              <a:lnSpc>
                <a:spcPct val="125000"/>
              </a:lnSpc>
              <a:spcAft>
                <a:spcPts val="600"/>
              </a:spcAft>
              <a:defRPr sz="1800"/>
            </a:lvl3pPr>
            <a:lvl4pPr>
              <a:lnSpc>
                <a:spcPct val="125000"/>
              </a:lnSpc>
              <a:spcAft>
                <a:spcPts val="600"/>
              </a:spcAft>
              <a:defRPr sz="1800"/>
            </a:lvl4pPr>
            <a:lvl5pPr>
              <a:lnSpc>
                <a:spcPct val="125000"/>
              </a:lnSpc>
              <a:spcAft>
                <a:spcPts val="6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a:extLst>
              <a:ext uri="{FF2B5EF4-FFF2-40B4-BE49-F238E27FC236}">
                <a16:creationId xmlns:a16="http://schemas.microsoft.com/office/drawing/2014/main" id="{8352712D-F957-4B22-8B50-BE10410FF895}"/>
              </a:ext>
              <a:ext uri="{C183D7F6-B498-43B3-948B-1728B52AA6E4}">
                <adec:decorative xmlns:adec="http://schemas.microsoft.com/office/drawing/2017/decorative" val="1"/>
              </a:ext>
            </a:extLst>
          </p:cNvPr>
          <p:cNvSpPr/>
          <p:nvPr userDrawn="1"/>
        </p:nvSpPr>
        <p:spPr>
          <a:xfrm>
            <a:off x="1524" y="6101107"/>
            <a:ext cx="1218895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ooter Placeholder 29">
            <a:extLst>
              <a:ext uri="{FF2B5EF4-FFF2-40B4-BE49-F238E27FC236}">
                <a16:creationId xmlns:a16="http://schemas.microsoft.com/office/drawing/2014/main" id="{26FD74F8-42BB-4CB4-ABF1-5F149743B464}"/>
              </a:ext>
            </a:extLst>
          </p:cNvPr>
          <p:cNvSpPr>
            <a:spLocks noGrp="1"/>
          </p:cNvSpPr>
          <p:nvPr>
            <p:ph type="ftr" sz="quarter" idx="11"/>
          </p:nvPr>
        </p:nvSpPr>
        <p:spPr>
          <a:xfrm>
            <a:off x="642917" y="6309360"/>
            <a:ext cx="3423986" cy="457200"/>
          </a:xfrm>
        </p:spPr>
        <p:txBody>
          <a:bodyPr/>
          <a:lstStyle>
            <a:lvl1pPr>
              <a:defRPr>
                <a:solidFill>
                  <a:schemeClr val="bg1"/>
                </a:solidFill>
              </a:defRPr>
            </a:lvl1pPr>
          </a:lstStyle>
          <a:p>
            <a:r>
              <a:rPr lang="en-US" dirty="0"/>
              <a:t>Presentation Title</a:t>
            </a:r>
            <a:endParaRPr lang="en-US" dirty="0">
              <a:solidFill>
                <a:schemeClr val="bg1"/>
              </a:solidFill>
            </a:endParaRPr>
          </a:p>
        </p:txBody>
      </p:sp>
      <p:sp>
        <p:nvSpPr>
          <p:cNvPr id="10" name="Date Placeholder 28">
            <a:extLst>
              <a:ext uri="{FF2B5EF4-FFF2-40B4-BE49-F238E27FC236}">
                <a16:creationId xmlns:a16="http://schemas.microsoft.com/office/drawing/2014/main" id="{5B031752-6400-4BFB-979F-E2EE795E4B90}"/>
              </a:ext>
            </a:extLst>
          </p:cNvPr>
          <p:cNvSpPr>
            <a:spLocks noGrp="1"/>
          </p:cNvSpPr>
          <p:nvPr>
            <p:ph type="dt" sz="half" idx="10"/>
          </p:nvPr>
        </p:nvSpPr>
        <p:spPr>
          <a:xfrm>
            <a:off x="5373620" y="6309360"/>
            <a:ext cx="3411973" cy="457200"/>
          </a:xfrm>
        </p:spPr>
        <p:txBody>
          <a:bodyPr/>
          <a:lstStyle>
            <a:lvl1pPr>
              <a:defRPr>
                <a:solidFill>
                  <a:schemeClr val="tx2"/>
                </a:solidFill>
              </a:defRPr>
            </a:lvl1pPr>
          </a:lstStyle>
          <a:p>
            <a:r>
              <a:rPr lang="en-US" dirty="0"/>
              <a:t>9/8/20XX</a:t>
            </a:r>
          </a:p>
        </p:txBody>
      </p:sp>
      <p:sp>
        <p:nvSpPr>
          <p:cNvPr id="12" name="Slide Number Placeholder 30">
            <a:extLst>
              <a:ext uri="{FF2B5EF4-FFF2-40B4-BE49-F238E27FC236}">
                <a16:creationId xmlns:a16="http://schemas.microsoft.com/office/drawing/2014/main" id="{6A5CAEAF-7DEC-4B20-8B1E-301A9D0E684A}"/>
              </a:ext>
            </a:extLst>
          </p:cNvPr>
          <p:cNvSpPr>
            <a:spLocks noGrp="1"/>
          </p:cNvSpPr>
          <p:nvPr>
            <p:ph type="sldNum" sz="quarter" idx="12"/>
          </p:nvPr>
        </p:nvSpPr>
        <p:spPr>
          <a:xfrm>
            <a:off x="10569202" y="6309360"/>
            <a:ext cx="979879" cy="457200"/>
          </a:xfrm>
        </p:spPr>
        <p:txBody>
          <a:bodyPr/>
          <a:lstStyle>
            <a:lvl1pPr>
              <a:defRPr sz="1200" b="0"/>
            </a:lvl1pPr>
          </a:lstStyle>
          <a:p>
            <a:fld id="{FAEF9944-A4F6-4C59-AEBD-678D6480B8EA}" type="slidenum">
              <a:rPr lang="en-US" smtClean="0"/>
              <a:pPr/>
              <a:t>‹#›</a:t>
            </a:fld>
            <a:endParaRPr lang="en-US" dirty="0"/>
          </a:p>
        </p:txBody>
      </p:sp>
      <p:sp>
        <p:nvSpPr>
          <p:cNvPr id="13" name="Rectangle 12">
            <a:extLst>
              <a:ext uri="{FF2B5EF4-FFF2-40B4-BE49-F238E27FC236}">
                <a16:creationId xmlns:a16="http://schemas.microsoft.com/office/drawing/2014/main" id="{70B696A3-EA34-4924-9037-E330B1CB890E}"/>
              </a:ext>
              <a:ext uri="{C183D7F6-B498-43B3-948B-1728B52AA6E4}">
                <adec:decorative xmlns:adec="http://schemas.microsoft.com/office/drawing/2017/decorative" val="1"/>
              </a:ext>
            </a:extLst>
          </p:cNvPr>
          <p:cNvSpPr/>
          <p:nvPr userDrawn="1"/>
        </p:nvSpPr>
        <p:spPr>
          <a:xfrm>
            <a:off x="4633798" y="6117631"/>
            <a:ext cx="64008" cy="74036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Content Placeholder 2">
            <a:extLst>
              <a:ext uri="{FF2B5EF4-FFF2-40B4-BE49-F238E27FC236}">
                <a16:creationId xmlns:a16="http://schemas.microsoft.com/office/drawing/2014/main" id="{2E94D0A7-4358-49BF-96EE-8DEB6F4DCF56}"/>
              </a:ext>
            </a:extLst>
          </p:cNvPr>
          <p:cNvSpPr>
            <a:spLocks noGrp="1"/>
          </p:cNvSpPr>
          <p:nvPr>
            <p:ph sz="quarter" idx="19" hasCustomPrompt="1"/>
          </p:nvPr>
        </p:nvSpPr>
        <p:spPr>
          <a:xfrm>
            <a:off x="4679661" y="1646102"/>
            <a:ext cx="6863403" cy="4160520"/>
          </a:xfrm>
        </p:spPr>
        <p:txBody>
          <a:bodyPr anchor="t">
            <a:normAutofit/>
          </a:bodyPr>
          <a:lstStyle>
            <a:lvl1pPr marL="0" indent="0">
              <a:lnSpc>
                <a:spcPct val="125000"/>
              </a:lnSpc>
              <a:spcAft>
                <a:spcPts val="600"/>
              </a:spcAft>
              <a:buNone/>
              <a:defRPr sz="1800" b="0"/>
            </a:lvl1pPr>
            <a:lvl2pPr marL="283464">
              <a:lnSpc>
                <a:spcPct val="125000"/>
              </a:lnSpc>
              <a:spcAft>
                <a:spcPts val="600"/>
              </a:spcAft>
              <a:defRPr sz="1800"/>
            </a:lvl2pPr>
            <a:lvl3pPr marL="566928">
              <a:lnSpc>
                <a:spcPct val="125000"/>
              </a:lnSpc>
              <a:spcAft>
                <a:spcPts val="600"/>
              </a:spcAft>
              <a:defRPr sz="1800"/>
            </a:lvl3pPr>
            <a:lvl4pPr marL="850392">
              <a:lnSpc>
                <a:spcPct val="125000"/>
              </a:lnSpc>
              <a:spcAft>
                <a:spcPts val="600"/>
              </a:spcAft>
              <a:defRPr sz="1800"/>
            </a:lvl4pPr>
            <a:lvl5pPr marL="1133856">
              <a:lnSpc>
                <a:spcPct val="125000"/>
              </a:lnSpc>
              <a:spcAft>
                <a:spcPts val="6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998697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Content 1">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3DC2F0A-1748-49AE-AF72-D6BBB4F8FEC3}"/>
              </a:ext>
              <a:ext uri="{C183D7F6-B498-43B3-948B-1728B52AA6E4}">
                <adec:decorative xmlns:adec="http://schemas.microsoft.com/office/drawing/2017/decorative" val="1"/>
              </a:ext>
            </a:extLst>
          </p:cNvPr>
          <p:cNvSpPr/>
          <p:nvPr userDrawn="1"/>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683DF7B1-E0C5-4E09-BB5C-F11EA14D7C95}"/>
              </a:ext>
              <a:ext uri="{C183D7F6-B498-43B3-948B-1728B52AA6E4}">
                <adec:decorative xmlns:adec="http://schemas.microsoft.com/office/drawing/2017/decorative" val="1"/>
              </a:ext>
            </a:extLst>
          </p:cNvPr>
          <p:cNvSpPr/>
          <p:nvPr userDrawn="1"/>
        </p:nvSpPr>
        <p:spPr>
          <a:xfrm>
            <a:off x="0" y="866789"/>
            <a:ext cx="6833381" cy="25942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BBC678EC-E47C-4AC2-A75A-7022CECD0031}"/>
              </a:ext>
            </a:extLst>
          </p:cNvPr>
          <p:cNvSpPr>
            <a:spLocks noGrp="1"/>
          </p:cNvSpPr>
          <p:nvPr>
            <p:ph type="title" hasCustomPrompt="1"/>
          </p:nvPr>
        </p:nvSpPr>
        <p:spPr>
          <a:xfrm>
            <a:off x="1434622" y="848455"/>
            <a:ext cx="5102365" cy="2601914"/>
          </a:xfrm>
        </p:spPr>
        <p:txBody>
          <a:bodyPr tIns="182880" anchor="ctr" anchorCtr="0">
            <a:noAutofit/>
          </a:bodyPr>
          <a:lstStyle>
            <a:lvl1pPr>
              <a:lnSpc>
                <a:spcPct val="100000"/>
              </a:lnSpc>
              <a:defRPr sz="3200" cap="all" baseline="0">
                <a:solidFill>
                  <a:schemeClr val="bg1"/>
                </a:solidFill>
              </a:defRPr>
            </a:lvl1pPr>
          </a:lstStyle>
          <a:p>
            <a:r>
              <a:rPr lang="en-US" dirty="0">
                <a:solidFill>
                  <a:schemeClr val="bg1"/>
                </a:solidFill>
              </a:rPr>
              <a:t>CLICK TO ADD TITLE</a:t>
            </a:r>
          </a:p>
        </p:txBody>
      </p:sp>
      <p:sp>
        <p:nvSpPr>
          <p:cNvPr id="9" name="Rectangle 8">
            <a:extLst>
              <a:ext uri="{FF2B5EF4-FFF2-40B4-BE49-F238E27FC236}">
                <a16:creationId xmlns:a16="http://schemas.microsoft.com/office/drawing/2014/main" id="{5E74E69A-5ABD-42DF-A2B0-997A626257D4}"/>
              </a:ext>
              <a:ext uri="{C183D7F6-B498-43B3-948B-1728B52AA6E4}">
                <adec:decorative xmlns:adec="http://schemas.microsoft.com/office/drawing/2017/decorative" val="1"/>
              </a:ext>
            </a:extLst>
          </p:cNvPr>
          <p:cNvSpPr/>
          <p:nvPr userDrawn="1"/>
        </p:nvSpPr>
        <p:spPr>
          <a:xfrm>
            <a:off x="-3063" y="920164"/>
            <a:ext cx="1070775" cy="24661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EC2B6D0A-4A1F-4B59-B429-AD3FABC74F33}"/>
              </a:ext>
              <a:ext uri="{C183D7F6-B498-43B3-948B-1728B52AA6E4}">
                <adec:decorative xmlns:adec="http://schemas.microsoft.com/office/drawing/2017/decorative" val="1"/>
              </a:ext>
            </a:extLst>
          </p:cNvPr>
          <p:cNvSpPr/>
          <p:nvPr userDrawn="1"/>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32B66529-F6B7-4C1C-8291-8139628DF6C0}"/>
              </a:ext>
              <a:ext uri="{C183D7F6-B498-43B3-948B-1728B52AA6E4}">
                <adec:decorative xmlns:adec="http://schemas.microsoft.com/office/drawing/2017/decorative" val="1"/>
              </a:ext>
            </a:extLst>
          </p:cNvPr>
          <p:cNvSpPr/>
          <p:nvPr userDrawn="1"/>
        </p:nvSpPr>
        <p:spPr>
          <a:xfrm>
            <a:off x="0" y="848456"/>
            <a:ext cx="6833382" cy="7170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872245B9-34B5-4F89-8EA6-C018B9D4FA46}"/>
              </a:ext>
              <a:ext uri="{C183D7F6-B498-43B3-948B-1728B52AA6E4}">
                <adec:decorative xmlns:adec="http://schemas.microsoft.com/office/drawing/2017/decorative" val="1"/>
              </a:ext>
            </a:extLst>
          </p:cNvPr>
          <p:cNvSpPr/>
          <p:nvPr userDrawn="1"/>
        </p:nvSpPr>
        <p:spPr>
          <a:xfrm>
            <a:off x="6858023" y="3442673"/>
            <a:ext cx="5333977" cy="3415328"/>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690814BE-76E8-43EC-9616-A1F02F053AD5}"/>
              </a:ext>
              <a:ext uri="{C183D7F6-B498-43B3-948B-1728B52AA6E4}">
                <adec:decorative xmlns:adec="http://schemas.microsoft.com/office/drawing/2017/decorative" val="1"/>
              </a:ext>
            </a:extLst>
          </p:cNvPr>
          <p:cNvSpPr/>
          <p:nvPr userDrawn="1"/>
        </p:nvSpPr>
        <p:spPr>
          <a:xfrm>
            <a:off x="0" y="3396996"/>
            <a:ext cx="1219200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Content Placeholder 2">
            <a:extLst>
              <a:ext uri="{FF2B5EF4-FFF2-40B4-BE49-F238E27FC236}">
                <a16:creationId xmlns:a16="http://schemas.microsoft.com/office/drawing/2014/main" id="{F8AAA0A6-9D4B-4AA2-82F0-77E5ECF4B647}"/>
              </a:ext>
            </a:extLst>
          </p:cNvPr>
          <p:cNvSpPr>
            <a:spLocks noGrp="1"/>
          </p:cNvSpPr>
          <p:nvPr>
            <p:ph idx="1" hasCustomPrompt="1"/>
          </p:nvPr>
        </p:nvSpPr>
        <p:spPr>
          <a:xfrm>
            <a:off x="7386762" y="3928342"/>
            <a:ext cx="4162319" cy="2285000"/>
          </a:xfrm>
        </p:spPr>
        <p:txBody>
          <a:bodyPr anchor="ctr">
            <a:normAutofit/>
          </a:bodyPr>
          <a:lstStyle>
            <a:lvl1pPr marL="0" indent="0">
              <a:lnSpc>
                <a:spcPct val="100000"/>
              </a:lnSpc>
              <a:spcAft>
                <a:spcPts val="600"/>
              </a:spcAft>
              <a:buNone/>
              <a:defRPr sz="1800" b="0"/>
            </a:lvl1pPr>
          </a:lstStyle>
          <a:p>
            <a:r>
              <a:rPr lang="en-US" dirty="0"/>
              <a:t>Click to add text</a:t>
            </a:r>
          </a:p>
        </p:txBody>
      </p:sp>
      <p:sp>
        <p:nvSpPr>
          <p:cNvPr id="17" name="Footer Placeholder 12">
            <a:extLst>
              <a:ext uri="{FF2B5EF4-FFF2-40B4-BE49-F238E27FC236}">
                <a16:creationId xmlns:a16="http://schemas.microsoft.com/office/drawing/2014/main" id="{8E3FFD99-95F0-47A4-8642-FB9FECEC4F37}"/>
              </a:ext>
            </a:extLst>
          </p:cNvPr>
          <p:cNvSpPr>
            <a:spLocks noGrp="1"/>
          </p:cNvSpPr>
          <p:nvPr>
            <p:ph type="ftr" sz="quarter" idx="11"/>
          </p:nvPr>
        </p:nvSpPr>
        <p:spPr>
          <a:xfrm>
            <a:off x="1525917" y="6309360"/>
            <a:ext cx="4946592" cy="457200"/>
          </a:xfrm>
        </p:spPr>
        <p:txBody>
          <a:bodyPr/>
          <a:lstStyle>
            <a:lvl1pPr>
              <a:defRPr lang="en-US" sz="1200" kern="1200" spc="150" baseline="0" dirty="0">
                <a:solidFill>
                  <a:schemeClr val="tx1">
                    <a:lumMod val="75000"/>
                    <a:lumOff val="25000"/>
                  </a:schemeClr>
                </a:solidFill>
                <a:latin typeface="+mj-lt"/>
                <a:ea typeface="+mn-ea"/>
                <a:cs typeface="+mn-cs"/>
              </a:defRPr>
            </a:lvl1pPr>
          </a:lstStyle>
          <a:p>
            <a:r>
              <a:rPr lang="en-US" dirty="0"/>
              <a:t>Presentation Title</a:t>
            </a:r>
          </a:p>
        </p:txBody>
      </p:sp>
      <p:sp>
        <p:nvSpPr>
          <p:cNvPr id="18" name="Rectangle 17">
            <a:extLst>
              <a:ext uri="{FF2B5EF4-FFF2-40B4-BE49-F238E27FC236}">
                <a16:creationId xmlns:a16="http://schemas.microsoft.com/office/drawing/2014/main" id="{94727536-E532-4015-A178-0ABB6B09C661}"/>
              </a:ext>
              <a:ext uri="{C183D7F6-B498-43B3-948B-1728B52AA6E4}">
                <adec:decorative xmlns:adec="http://schemas.microsoft.com/office/drawing/2017/decorative" val="1"/>
              </a:ext>
            </a:extLst>
          </p:cNvPr>
          <p:cNvSpPr/>
          <p:nvPr userDrawn="1"/>
        </p:nvSpPr>
        <p:spPr>
          <a:xfrm rot="5400000">
            <a:off x="339893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Date Placeholder 11">
            <a:extLst>
              <a:ext uri="{FF2B5EF4-FFF2-40B4-BE49-F238E27FC236}">
                <a16:creationId xmlns:a16="http://schemas.microsoft.com/office/drawing/2014/main" id="{22977876-C29D-4D32-9948-303465AEC312}"/>
              </a:ext>
            </a:extLst>
          </p:cNvPr>
          <p:cNvSpPr>
            <a:spLocks noGrp="1"/>
          </p:cNvSpPr>
          <p:nvPr>
            <p:ph type="dt" sz="half" idx="10"/>
          </p:nvPr>
        </p:nvSpPr>
        <p:spPr>
          <a:xfrm>
            <a:off x="7377730" y="6309360"/>
            <a:ext cx="2736329" cy="457200"/>
          </a:xfrm>
        </p:spPr>
        <p:txBody>
          <a:bodyPr/>
          <a:lstStyle/>
          <a:p>
            <a:r>
              <a:rPr lang="en-US" dirty="0"/>
              <a:t>9/8/20XX</a:t>
            </a:r>
          </a:p>
        </p:txBody>
      </p:sp>
      <p:sp>
        <p:nvSpPr>
          <p:cNvPr id="20" name="Slide Number Placeholder 15">
            <a:extLst>
              <a:ext uri="{FF2B5EF4-FFF2-40B4-BE49-F238E27FC236}">
                <a16:creationId xmlns:a16="http://schemas.microsoft.com/office/drawing/2014/main" id="{6A7BC11E-2EF0-4989-9A7E-7AB377DB8534}"/>
              </a:ext>
            </a:extLst>
          </p:cNvPr>
          <p:cNvSpPr>
            <a:spLocks noGrp="1"/>
          </p:cNvSpPr>
          <p:nvPr>
            <p:ph type="sldNum" sz="quarter" idx="12"/>
          </p:nvPr>
        </p:nvSpPr>
        <p:spPr>
          <a:xfrm>
            <a:off x="10569202" y="6309360"/>
            <a:ext cx="979879" cy="457200"/>
          </a:xfrm>
        </p:spPr>
        <p:txBody>
          <a:bodyPr/>
          <a:lstStyle>
            <a:lvl1pPr>
              <a:defRPr sz="1200" b="0"/>
            </a:lvl1pPr>
          </a:lstStyle>
          <a:p>
            <a:fld id="{FAEF9944-A4F6-4C59-AEBD-678D6480B8EA}" type="slidenum">
              <a:rPr lang="en-US" smtClean="0"/>
              <a:pPr/>
              <a:t>‹#›</a:t>
            </a:fld>
            <a:endParaRPr lang="en-US" dirty="0"/>
          </a:p>
        </p:txBody>
      </p:sp>
      <p:sp>
        <p:nvSpPr>
          <p:cNvPr id="2" name="Rectangle 1">
            <a:extLst>
              <a:ext uri="{FF2B5EF4-FFF2-40B4-BE49-F238E27FC236}">
                <a16:creationId xmlns:a16="http://schemas.microsoft.com/office/drawing/2014/main" id="{50557ABF-B75C-BD78-1A04-E483A57A9491}"/>
              </a:ext>
              <a:ext uri="{C183D7F6-B498-43B3-948B-1728B52AA6E4}">
                <adec:decorative xmlns:adec="http://schemas.microsoft.com/office/drawing/2017/decorative" val="1"/>
              </a:ext>
            </a:extLst>
          </p:cNvPr>
          <p:cNvSpPr/>
          <p:nvPr userDrawn="1"/>
        </p:nvSpPr>
        <p:spPr>
          <a:xfrm>
            <a:off x="1067712" y="0"/>
            <a:ext cx="5728216" cy="8455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3449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_Title Only">
    <p:spTree>
      <p:nvGrpSpPr>
        <p:cNvPr id="1" name=""/>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EA8D8870-8337-4ABD-9EA6-3D5AAB7E42D9}"/>
              </a:ext>
              <a:ext uri="{C183D7F6-B498-43B3-948B-1728B52AA6E4}">
                <adec:decorative xmlns:adec="http://schemas.microsoft.com/office/drawing/2017/decorative" val="1"/>
              </a:ext>
            </a:extLst>
          </p:cNvPr>
          <p:cNvSpPr/>
          <p:nvPr userDrawn="1"/>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ectangle 52">
            <a:extLst>
              <a:ext uri="{FF2B5EF4-FFF2-40B4-BE49-F238E27FC236}">
                <a16:creationId xmlns:a16="http://schemas.microsoft.com/office/drawing/2014/main" id="{BAC3B2DB-2CCA-4BD4-8D63-98257049E273}"/>
              </a:ext>
              <a:ext uri="{C183D7F6-B498-43B3-948B-1728B52AA6E4}">
                <adec:decorative xmlns:adec="http://schemas.microsoft.com/office/drawing/2017/decorative" val="1"/>
              </a:ext>
            </a:extLst>
          </p:cNvPr>
          <p:cNvSpPr/>
          <p:nvPr userDrawn="1"/>
        </p:nvSpPr>
        <p:spPr>
          <a:xfrm>
            <a:off x="0" y="825689"/>
            <a:ext cx="12192000" cy="520173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Title 1">
            <a:extLst>
              <a:ext uri="{FF2B5EF4-FFF2-40B4-BE49-F238E27FC236}">
                <a16:creationId xmlns:a16="http://schemas.microsoft.com/office/drawing/2014/main" id="{324DAAC3-FA37-4838-A298-327679F99F8A}"/>
              </a:ext>
            </a:extLst>
          </p:cNvPr>
          <p:cNvSpPr>
            <a:spLocks noGrp="1"/>
          </p:cNvSpPr>
          <p:nvPr>
            <p:ph type="ctrTitle" hasCustomPrompt="1"/>
          </p:nvPr>
        </p:nvSpPr>
        <p:spPr>
          <a:xfrm>
            <a:off x="1386629" y="825687"/>
            <a:ext cx="9643772" cy="5201730"/>
          </a:xfrm>
        </p:spPr>
        <p:txBody>
          <a:bodyPr tIns="182880" anchor="ctr" anchorCtr="0">
            <a:noAutofit/>
          </a:bodyPr>
          <a:lstStyle>
            <a:lvl1pPr algn="l">
              <a:lnSpc>
                <a:spcPct val="100000"/>
              </a:lnSpc>
              <a:defRPr sz="4800" cap="all" baseline="0">
                <a:solidFill>
                  <a:schemeClr val="bg1"/>
                </a:solidFill>
              </a:defRPr>
            </a:lvl1pPr>
          </a:lstStyle>
          <a:p>
            <a:r>
              <a:rPr lang="en-US" sz="4400" dirty="0">
                <a:solidFill>
                  <a:schemeClr val="bg1"/>
                </a:solidFill>
              </a:rPr>
              <a:t>CLICK TO ADD TITLE</a:t>
            </a:r>
          </a:p>
        </p:txBody>
      </p:sp>
      <p:sp>
        <p:nvSpPr>
          <p:cNvPr id="56" name="Rectangle 55">
            <a:extLst>
              <a:ext uri="{FF2B5EF4-FFF2-40B4-BE49-F238E27FC236}">
                <a16:creationId xmlns:a16="http://schemas.microsoft.com/office/drawing/2014/main" id="{FB792E4C-AD3B-4E88-8540-E75759746368}"/>
              </a:ext>
              <a:ext uri="{C183D7F6-B498-43B3-948B-1728B52AA6E4}">
                <adec:decorative xmlns:adec="http://schemas.microsoft.com/office/drawing/2017/decorative" val="1"/>
              </a:ext>
            </a:extLst>
          </p:cNvPr>
          <p:cNvSpPr/>
          <p:nvPr userDrawn="1"/>
        </p:nvSpPr>
        <p:spPr>
          <a:xfrm>
            <a:off x="-1" y="889696"/>
            <a:ext cx="1070775" cy="50777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Rectangle 56">
            <a:extLst>
              <a:ext uri="{FF2B5EF4-FFF2-40B4-BE49-F238E27FC236}">
                <a16:creationId xmlns:a16="http://schemas.microsoft.com/office/drawing/2014/main" id="{6A32632F-9ED1-4328-BBE3-B4E014156A29}"/>
              </a:ext>
              <a:ext uri="{C183D7F6-B498-43B3-948B-1728B52AA6E4}">
                <adec:decorative xmlns:adec="http://schemas.microsoft.com/office/drawing/2017/decorative" val="1"/>
              </a:ext>
            </a:extLst>
          </p:cNvPr>
          <p:cNvSpPr/>
          <p:nvPr userDrawn="1"/>
        </p:nvSpPr>
        <p:spPr>
          <a:xfrm rot="5400000">
            <a:off x="-236512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58">
            <a:extLst>
              <a:ext uri="{FF2B5EF4-FFF2-40B4-BE49-F238E27FC236}">
                <a16:creationId xmlns:a16="http://schemas.microsoft.com/office/drawing/2014/main" id="{EA124D3C-01E3-4B96-BDF0-54851D1739D0}"/>
              </a:ext>
              <a:ext uri="{C183D7F6-B498-43B3-948B-1728B52AA6E4}">
                <adec:decorative xmlns:adec="http://schemas.microsoft.com/office/drawing/2017/decorative" val="1"/>
              </a:ext>
            </a:extLst>
          </p:cNvPr>
          <p:cNvSpPr/>
          <p:nvPr userDrawn="1"/>
        </p:nvSpPr>
        <p:spPr>
          <a:xfrm rot="5400000">
            <a:off x="765851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167A64FF-37A7-4837-8033-CBEA22697ECA}"/>
              </a:ext>
              <a:ext uri="{C183D7F6-B498-43B3-948B-1728B52AA6E4}">
                <adec:decorative xmlns:adec="http://schemas.microsoft.com/office/drawing/2017/decorative" val="1"/>
              </a:ext>
            </a:extLst>
          </p:cNvPr>
          <p:cNvSpPr/>
          <p:nvPr userDrawn="1"/>
        </p:nvSpPr>
        <p:spPr>
          <a:xfrm>
            <a:off x="11119516" y="896046"/>
            <a:ext cx="1070775" cy="50777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3FC0C09F-8990-542B-199E-E6FADE2FEEFB}"/>
              </a:ext>
              <a:ext uri="{C183D7F6-B498-43B3-948B-1728B52AA6E4}">
                <adec:decorative xmlns:adec="http://schemas.microsoft.com/office/drawing/2017/decorative" val="1"/>
              </a:ext>
            </a:extLst>
          </p:cNvPr>
          <p:cNvSpPr/>
          <p:nvPr userDrawn="1"/>
        </p:nvSpPr>
        <p:spPr>
          <a:xfrm>
            <a:off x="11119516" y="0"/>
            <a:ext cx="1070775" cy="8256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1F6F60C3-341E-9533-2415-66360A254A78}"/>
              </a:ext>
              <a:ext uri="{C183D7F6-B498-43B3-948B-1728B52AA6E4}">
                <adec:decorative xmlns:adec="http://schemas.microsoft.com/office/drawing/2017/decorative" val="1"/>
              </a:ext>
            </a:extLst>
          </p:cNvPr>
          <p:cNvSpPr/>
          <p:nvPr userDrawn="1"/>
        </p:nvSpPr>
        <p:spPr>
          <a:xfrm>
            <a:off x="11119515" y="6027421"/>
            <a:ext cx="1070775" cy="8305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94753914"/>
      </p:ext>
    </p:extLst>
  </p:cSld>
  <p:clrMapOvr>
    <a:masterClrMapping/>
  </p:clrMapOvr>
  <p:extLst>
    <p:ext uri="{DCECCB84-F9BA-43D5-87BE-67443E8EF086}">
      <p15:sldGuideLst xmlns:p15="http://schemas.microsoft.com/office/powerpoint/2012/main">
        <p15:guide id="1" orient="horz" pos="405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786F82F-1B47-46ED-8EAE-53EF71E59E9A}"/>
              </a:ext>
            </a:extLst>
          </p:cNvPr>
          <p:cNvSpPr/>
          <p:nvPr/>
        </p:nvSpPr>
        <p:spPr>
          <a:xfrm>
            <a:off x="4718302" y="0"/>
            <a:ext cx="7473698"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42918" y="705113"/>
            <a:ext cx="3411973" cy="5197498"/>
          </a:xfrm>
          <a:prstGeom prst="rect">
            <a:avLst/>
          </a:prstGeom>
        </p:spPr>
        <p:txBody>
          <a:bodyPr vert="horz" lIns="109728" tIns="109728" rIns="109728" bIns="9144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76671" y="705113"/>
            <a:ext cx="6172412" cy="5197497"/>
          </a:xfrm>
          <a:prstGeom prst="rect">
            <a:avLst/>
          </a:prstGeom>
        </p:spPr>
        <p:txBody>
          <a:bodyPr vert="horz" lIns="109728" tIns="109728" rIns="109728" bIns="9144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2917" y="6309360"/>
            <a:ext cx="3411973" cy="457200"/>
          </a:xfrm>
          <a:prstGeom prst="rect">
            <a:avLst/>
          </a:prstGeom>
        </p:spPr>
        <p:txBody>
          <a:bodyPr vert="horz" lIns="109728" tIns="109728" rIns="109728" bIns="91440" rtlCol="0" anchor="ctr"/>
          <a:lstStyle>
            <a:lvl1pPr algn="l">
              <a:defRPr sz="1200" spc="150" baseline="0">
                <a:solidFill>
                  <a:schemeClr val="tx1">
                    <a:lumMod val="75000"/>
                    <a:lumOff val="25000"/>
                  </a:schemeClr>
                </a:solidFill>
                <a:latin typeface="+mj-lt"/>
              </a:defRPr>
            </a:lvl1pPr>
          </a:lstStyle>
          <a:p>
            <a:r>
              <a:rPr lang="en-US"/>
              <a:t>9/8/20XX</a:t>
            </a:r>
            <a:endParaRPr lang="en-US" dirty="0"/>
          </a:p>
        </p:txBody>
      </p:sp>
      <p:sp>
        <p:nvSpPr>
          <p:cNvPr id="5" name="Footer Placeholder 4"/>
          <p:cNvSpPr>
            <a:spLocks noGrp="1"/>
          </p:cNvSpPr>
          <p:nvPr>
            <p:ph type="ftr" sz="quarter" idx="3"/>
          </p:nvPr>
        </p:nvSpPr>
        <p:spPr>
          <a:xfrm>
            <a:off x="5376670" y="6309360"/>
            <a:ext cx="4946592" cy="457200"/>
          </a:xfrm>
          <a:prstGeom prst="rect">
            <a:avLst/>
          </a:prstGeom>
        </p:spPr>
        <p:txBody>
          <a:bodyPr vert="horz" lIns="109728" tIns="109728" rIns="109728" bIns="91440" rtlCol="0" anchor="ctr"/>
          <a:lstStyle>
            <a:lvl1pPr algn="l">
              <a:defRPr sz="1200" spc="150" baseline="0">
                <a:solidFill>
                  <a:schemeClr val="tx1">
                    <a:lumMod val="75000"/>
                    <a:lumOff val="25000"/>
                  </a:schemeClr>
                </a:solidFill>
                <a:latin typeface="+mj-lt"/>
              </a:defRPr>
            </a:lvl1pPr>
          </a:lstStyle>
          <a:p>
            <a:r>
              <a:rPr lang="en-US"/>
              <a:t>Presentation Title</a:t>
            </a:r>
            <a:endParaRPr lang="en-US" dirty="0"/>
          </a:p>
        </p:txBody>
      </p:sp>
      <p:sp>
        <p:nvSpPr>
          <p:cNvPr id="6" name="Slide Number Placeholder 5"/>
          <p:cNvSpPr>
            <a:spLocks noGrp="1"/>
          </p:cNvSpPr>
          <p:nvPr>
            <p:ph type="sldNum" sz="quarter" idx="4"/>
          </p:nvPr>
        </p:nvSpPr>
        <p:spPr>
          <a:xfrm>
            <a:off x="10569202" y="6309360"/>
            <a:ext cx="979879" cy="457200"/>
          </a:xfrm>
          <a:prstGeom prst="rect">
            <a:avLst/>
          </a:prstGeom>
        </p:spPr>
        <p:txBody>
          <a:bodyPr vert="horz" lIns="109728" tIns="109728" rIns="109728" bIns="91440" rtlCol="0" anchor="b"/>
          <a:lstStyle>
            <a:lvl1pPr algn="r">
              <a:defRPr sz="1600" b="1" spc="150" baseline="0">
                <a:solidFill>
                  <a:schemeClr val="tx1">
                    <a:lumMod val="75000"/>
                    <a:lumOff val="25000"/>
                  </a:schemeClr>
                </a:solidFill>
                <a:latin typeface="+mj-lt"/>
              </a:defRPr>
            </a:lvl1pPr>
          </a:lstStyle>
          <a:p>
            <a:fld id="{FAEF9944-A4F6-4C59-AEBD-678D6480B8EA}" type="slidenum">
              <a:rPr lang="en-US" smtClean="0"/>
              <a:pPr/>
              <a:t>‹#›</a:t>
            </a:fld>
            <a:endParaRPr lang="en-US" dirty="0"/>
          </a:p>
        </p:txBody>
      </p:sp>
      <p:sp>
        <p:nvSpPr>
          <p:cNvPr id="21" name="Rectangle 20">
            <a:extLst>
              <a:ext uri="{FF2B5EF4-FFF2-40B4-BE49-F238E27FC236}">
                <a16:creationId xmlns:a16="http://schemas.microsoft.com/office/drawing/2014/main" id="{EF1BAF6F-6275-4646-9C59-331B29B9550F}"/>
              </a:ext>
            </a:extLst>
          </p:cNvPr>
          <p:cNvSpPr/>
          <p:nvPr/>
        </p:nvSpPr>
        <p:spPr>
          <a:xfrm rot="5400000">
            <a:off x="1257298"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37018234"/>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703" r:id="rId13"/>
    <p:sldLayoutId id="2147483704" r:id="rId14"/>
    <p:sldLayoutId id="2147483705" r:id="rId15"/>
    <p:sldLayoutId id="2147483707" r:id="rId16"/>
    <p:sldLayoutId id="2147483709" r:id="rId17"/>
    <p:sldLayoutId id="2147483682" r:id="rId18"/>
  </p:sldLayoutIdLst>
  <p:hf sldNum="0" hdr="0" ftr="0" dt="0"/>
  <p:txStyles>
    <p:titleStyle>
      <a:lvl1pPr algn="l" defTabSz="914400" rtl="0" eaLnBrk="1" latinLnBrk="0" hangingPunct="1">
        <a:lnSpc>
          <a:spcPct val="150000"/>
        </a:lnSpc>
        <a:spcBef>
          <a:spcPct val="0"/>
        </a:spcBef>
        <a:buNone/>
        <a:defRPr sz="3600" b="1" kern="1200" spc="150" baseline="0">
          <a:solidFill>
            <a:schemeClr val="tx1">
              <a:lumMod val="75000"/>
              <a:lumOff val="25000"/>
            </a:schemeClr>
          </a:solidFill>
          <a:latin typeface="+mj-lt"/>
          <a:ea typeface="+mj-ea"/>
          <a:cs typeface="+mj-cs"/>
        </a:defRPr>
      </a:lvl1pPr>
    </p:titleStyle>
    <p:body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848">
          <p15:clr>
            <a:srgbClr val="F26B43"/>
          </p15:clr>
        </p15:guide>
        <p15:guide id="2" orient="horz" pos="3960">
          <p15:clr>
            <a:srgbClr val="F26B43"/>
          </p15:clr>
        </p15:guide>
        <p15:guide id="3" orient="horz" pos="1536">
          <p15:clr>
            <a:srgbClr val="F26B43"/>
          </p15:clr>
        </p15:guide>
        <p15:guide id="4" orient="horz" pos="3840">
          <p15:clr>
            <a:srgbClr val="F26B43"/>
          </p15:clr>
        </p15:guide>
        <p15:guide id="5" pos="4416">
          <p15:clr>
            <a:srgbClr val="F26B43"/>
          </p15:clr>
        </p15:guide>
        <p15:guide id="6" pos="4800">
          <p15:clr>
            <a:srgbClr val="F26B43"/>
          </p15:clr>
        </p15:guide>
        <p15:guide id="7" orient="horz" pos="360">
          <p15:clr>
            <a:srgbClr val="F26B43"/>
          </p15:clr>
        </p15:guide>
        <p15:guide id="8" pos="7368">
          <p15:clr>
            <a:srgbClr val="F26B43"/>
          </p15:clr>
        </p15:guide>
        <p15:guide id="9" pos="2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3.xml"/><Relationship Id="rId1" Type="http://schemas.openxmlformats.org/officeDocument/2006/relationships/slideLayout" Target="../slideLayouts/slideLayout15.xml"/><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4.xml"/><Relationship Id="rId5" Type="http://schemas.openxmlformats.org/officeDocument/2006/relationships/chart" Target="../charts/chart3.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openxmlformats.org/officeDocument/2006/relationships/chart" Target="../charts/chart5.xml"/></Relationships>
</file>

<file path=ppt/slides/_rels/slide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7.xml"/><Relationship Id="rId1" Type="http://schemas.openxmlformats.org/officeDocument/2006/relationships/slideLayout" Target="../slideLayouts/slideLayout14.xml"/><Relationship Id="rId4" Type="http://schemas.openxmlformats.org/officeDocument/2006/relationships/chart" Target="../charts/chart7.xml"/></Relationships>
</file>

<file path=ppt/slides/_rels/slide8.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9.xml"/><Relationship Id="rId1" Type="http://schemas.openxmlformats.org/officeDocument/2006/relationships/slideLayout" Target="../slideLayouts/slideLayout14.xml"/><Relationship Id="rId5" Type="http://schemas.openxmlformats.org/officeDocument/2006/relationships/chart" Target="../charts/chart11.xml"/><Relationship Id="rId4" Type="http://schemas.openxmlformats.org/officeDocument/2006/relationships/chart" Target="../charts/chart10.xml"/></Relationships>
</file>

<file path=ppt/slides/_rels/slide10.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10.xml"/><Relationship Id="rId1" Type="http://schemas.openxmlformats.org/officeDocument/2006/relationships/slideLayout" Target="../slideLayouts/slideLayout14.xml"/><Relationship Id="rId5" Type="http://schemas.openxmlformats.org/officeDocument/2006/relationships/chart" Target="../charts/chart14.xml"/><Relationship Id="rId4" Type="http://schemas.openxmlformats.org/officeDocument/2006/relationships/chart" Target="../charts/chart13.xml"/></Relationships>
</file>

<file path=ppt/slides/_rels/slide11.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11.xml"/><Relationship Id="rId1" Type="http://schemas.openxmlformats.org/officeDocument/2006/relationships/slideLayout" Target="../slideLayouts/slideLayout14.xml"/><Relationship Id="rId5" Type="http://schemas.openxmlformats.org/officeDocument/2006/relationships/chart" Target="../charts/chart17.xml"/><Relationship Id="rId4" Type="http://schemas.openxmlformats.org/officeDocument/2006/relationships/chart" Target="../charts/chart16.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6.xml"/><Relationship Id="rId5" Type="http://schemas.openxmlformats.org/officeDocument/2006/relationships/image" Target="../media/image7.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6.xml"/><Relationship Id="rId5" Type="http://schemas.openxmlformats.org/officeDocument/2006/relationships/image" Target="../media/image10.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6.xml"/><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6.xml"/><Relationship Id="rId5" Type="http://schemas.openxmlformats.org/officeDocument/2006/relationships/image" Target="../media/image16.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16.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2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0.xml"/><Relationship Id="rId1" Type="http://schemas.openxmlformats.org/officeDocument/2006/relationships/slideLayout" Target="../slideLayouts/slideLayout15.xml"/><Relationship Id="rId4" Type="http://schemas.openxmlformats.org/officeDocument/2006/relationships/image" Target="../media/image2.svg"/></Relationships>
</file>

<file path=ppt/slides/_rels/slide2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1.xml"/><Relationship Id="rId1" Type="http://schemas.openxmlformats.org/officeDocument/2006/relationships/slideLayout" Target="../slideLayouts/slideLayout15.xml"/><Relationship Id="rId4" Type="http://schemas.openxmlformats.org/officeDocument/2006/relationships/image" Target="../media/image2.svg"/></Relationships>
</file>

<file path=ppt/slides/_rels/slide2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2.xml"/><Relationship Id="rId1" Type="http://schemas.openxmlformats.org/officeDocument/2006/relationships/slideLayout" Target="../slideLayouts/slideLayout15.xml"/><Relationship Id="rId4" Type="http://schemas.openxmlformats.org/officeDocument/2006/relationships/image" Target="../media/image2.svg"/></Relationships>
</file>

<file path=ppt/slides/_rels/slide2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3.xml"/><Relationship Id="rId1" Type="http://schemas.openxmlformats.org/officeDocument/2006/relationships/slideLayout" Target="../slideLayouts/slideLayout15.xml"/><Relationship Id="rId4" Type="http://schemas.openxmlformats.org/officeDocument/2006/relationships/image" Target="../media/image2.svg"/></Relationships>
</file>

<file path=ppt/slides/_rels/slide24.xml.rels><?xml version="1.0" encoding="UTF-8" standalone="yes"?>
<Relationships xmlns="http://schemas.openxmlformats.org/package/2006/relationships"><Relationship Id="rId3" Type="http://schemas.openxmlformats.org/officeDocument/2006/relationships/hyperlink" Target="https://snap.stanford.edu/data/soc-RedditHyperlinks.html" TargetMode="External"/><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814B6A3-5F3E-4909-8ED5-87FE82492264}"/>
              </a:ext>
            </a:extLst>
          </p:cNvPr>
          <p:cNvSpPr>
            <a:spLocks noGrp="1"/>
          </p:cNvSpPr>
          <p:nvPr>
            <p:ph type="ctrTitle"/>
          </p:nvPr>
        </p:nvSpPr>
        <p:spPr/>
        <p:txBody>
          <a:bodyPr vert="horz" lIns="109728" tIns="109728" rIns="109728" bIns="91440" rtlCol="0" anchor="ctr">
            <a:normAutofit/>
          </a:bodyPr>
          <a:lstStyle/>
          <a:p>
            <a:r>
              <a:rPr lang="en-US" b="0" dirty="0"/>
              <a:t>WIKIPEDIA vote network analysis</a:t>
            </a:r>
          </a:p>
        </p:txBody>
      </p:sp>
    </p:spTree>
    <p:extLst>
      <p:ext uri="{BB962C8B-B14F-4D97-AF65-F5344CB8AC3E}">
        <p14:creationId xmlns:p14="http://schemas.microsoft.com/office/powerpoint/2010/main" val="23239072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DE6B89-9484-4E50-8387-C55E031D8549}"/>
              </a:ext>
            </a:extLst>
          </p:cNvPr>
          <p:cNvSpPr>
            <a:spLocks noGrp="1"/>
          </p:cNvSpPr>
          <p:nvPr>
            <p:ph type="title"/>
          </p:nvPr>
        </p:nvSpPr>
        <p:spPr>
          <a:xfrm>
            <a:off x="787178" y="1361923"/>
            <a:ext cx="6623040" cy="631469"/>
          </a:xfrm>
        </p:spPr>
        <p:txBody>
          <a:bodyPr>
            <a:normAutofit fontScale="90000"/>
          </a:bodyPr>
          <a:lstStyle/>
          <a:p>
            <a:r>
              <a:rPr lang="en-US"/>
              <a:t>Wikipedia Voting System</a:t>
            </a:r>
            <a:endParaRPr lang="en-US" dirty="0"/>
          </a:p>
        </p:txBody>
      </p:sp>
      <p:sp>
        <p:nvSpPr>
          <p:cNvPr id="5" name="Content Placeholder 4">
            <a:extLst>
              <a:ext uri="{FF2B5EF4-FFF2-40B4-BE49-F238E27FC236}">
                <a16:creationId xmlns:a16="http://schemas.microsoft.com/office/drawing/2014/main" id="{30EB58E2-A9A0-481A-8B5B-381B836CE40B}"/>
              </a:ext>
            </a:extLst>
          </p:cNvPr>
          <p:cNvSpPr>
            <a:spLocks noGrp="1"/>
          </p:cNvSpPr>
          <p:nvPr>
            <p:ph sz="quarter" idx="14"/>
          </p:nvPr>
        </p:nvSpPr>
        <p:spPr>
          <a:xfrm>
            <a:off x="787399" y="2203540"/>
            <a:ext cx="6736348" cy="3619744"/>
          </a:xfrm>
        </p:spPr>
        <p:txBody>
          <a:bodyPr>
            <a:normAutofit/>
          </a:bodyPr>
          <a:lstStyle/>
          <a:p>
            <a:pPr marL="342900" indent="-342900">
              <a:buFontTx/>
              <a:buChar char="-"/>
            </a:pPr>
            <a:r>
              <a:rPr lang="en-US" dirty="0"/>
              <a:t>A small part of Wikipedia contributors are administrators, with access to additional features that aid in maintenance</a:t>
            </a:r>
          </a:p>
          <a:p>
            <a:pPr marL="342900" indent="-342900">
              <a:buFontTx/>
              <a:buChar char="-"/>
            </a:pPr>
            <a:r>
              <a:rPr lang="en-US" dirty="0"/>
              <a:t>In order to become an admin, a request is issued by a user, and a public vote is held. With the result comes the decision to promote the user or not to the status of administrator</a:t>
            </a:r>
          </a:p>
        </p:txBody>
      </p:sp>
      <p:pic>
        <p:nvPicPr>
          <p:cNvPr id="2" name="Graphic 1" descr="User Crown Male with solid fill">
            <a:extLst>
              <a:ext uri="{FF2B5EF4-FFF2-40B4-BE49-F238E27FC236}">
                <a16:creationId xmlns:a16="http://schemas.microsoft.com/office/drawing/2014/main" id="{3CC0AD4F-3E2E-E21A-6459-9976CE6DAF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110458" y="1677656"/>
            <a:ext cx="1751343" cy="1751343"/>
          </a:xfrm>
          <a:prstGeom prst="rect">
            <a:avLst/>
          </a:prstGeom>
        </p:spPr>
      </p:pic>
      <p:pic>
        <p:nvPicPr>
          <p:cNvPr id="3" name="Graphic 2" descr="User with solid fill">
            <a:extLst>
              <a:ext uri="{FF2B5EF4-FFF2-40B4-BE49-F238E27FC236}">
                <a16:creationId xmlns:a16="http://schemas.microsoft.com/office/drawing/2014/main" id="{C036C49B-D01D-D95C-2847-5803C35D566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732776" y="4071941"/>
            <a:ext cx="1751343" cy="1751343"/>
          </a:xfrm>
          <a:prstGeom prst="rect">
            <a:avLst/>
          </a:prstGeom>
        </p:spPr>
      </p:pic>
    </p:spTree>
    <p:extLst>
      <p:ext uri="{BB962C8B-B14F-4D97-AF65-F5344CB8AC3E}">
        <p14:creationId xmlns:p14="http://schemas.microsoft.com/office/powerpoint/2010/main" val="3318299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D2769-08DE-E62F-163A-27A5442A9FFA}"/>
              </a:ext>
            </a:extLst>
          </p:cNvPr>
          <p:cNvSpPr>
            <a:spLocks noGrp="1"/>
          </p:cNvSpPr>
          <p:nvPr>
            <p:ph type="title"/>
          </p:nvPr>
        </p:nvSpPr>
        <p:spPr>
          <a:xfrm>
            <a:off x="4506511" y="1409968"/>
            <a:ext cx="7042570" cy="659463"/>
          </a:xfrm>
        </p:spPr>
        <p:txBody>
          <a:bodyPr/>
          <a:lstStyle/>
          <a:p>
            <a:r>
              <a:rPr lang="en-US" dirty="0"/>
              <a:t>Wiki-Vote Dataset</a:t>
            </a:r>
          </a:p>
        </p:txBody>
      </p:sp>
      <p:sp>
        <p:nvSpPr>
          <p:cNvPr id="3" name="Content Placeholder 2">
            <a:extLst>
              <a:ext uri="{FF2B5EF4-FFF2-40B4-BE49-F238E27FC236}">
                <a16:creationId xmlns:a16="http://schemas.microsoft.com/office/drawing/2014/main" id="{3EAD3192-D337-8C2E-FAAC-9B46B5DFBD21}"/>
              </a:ext>
            </a:extLst>
          </p:cNvPr>
          <p:cNvSpPr>
            <a:spLocks noGrp="1"/>
          </p:cNvSpPr>
          <p:nvPr>
            <p:ph sz="quarter" idx="16"/>
          </p:nvPr>
        </p:nvSpPr>
        <p:spPr>
          <a:xfrm>
            <a:off x="4506741" y="2229853"/>
            <a:ext cx="7042335" cy="3571562"/>
          </a:xfrm>
        </p:spPr>
        <p:txBody>
          <a:bodyPr>
            <a:normAutofit/>
          </a:bodyPr>
          <a:lstStyle/>
          <a:p>
            <a:pPr marL="285750" indent="-285750">
              <a:buFontTx/>
              <a:buChar char="-"/>
            </a:pPr>
            <a:r>
              <a:rPr lang="en-US" dirty="0"/>
              <a:t>Contains all election and vote history data, from the inception </a:t>
            </a:r>
            <a:r>
              <a:rPr lang="en-US" sz="2000" dirty="0"/>
              <a:t>of</a:t>
            </a:r>
            <a:r>
              <a:rPr lang="en-US" dirty="0"/>
              <a:t> Wikipedia up to January 2008</a:t>
            </a:r>
          </a:p>
          <a:p>
            <a:pPr marL="285750" indent="-285750">
              <a:buFontTx/>
              <a:buChar char="-"/>
            </a:pPr>
            <a:r>
              <a:rPr lang="en-US" dirty="0"/>
              <a:t>Nodes in the network represent users and a directed edge from node </a:t>
            </a:r>
            <a:r>
              <a:rPr lang="en-US" i="1" dirty="0"/>
              <a:t>a</a:t>
            </a:r>
            <a:r>
              <a:rPr lang="en-US" dirty="0"/>
              <a:t> to node </a:t>
            </a:r>
            <a:r>
              <a:rPr lang="en-US" i="1" dirty="0"/>
              <a:t>b</a:t>
            </a:r>
            <a:r>
              <a:rPr lang="en-US" dirty="0"/>
              <a:t> represents that user </a:t>
            </a:r>
            <a:r>
              <a:rPr lang="en-US" i="1" dirty="0"/>
              <a:t>a</a:t>
            </a:r>
            <a:r>
              <a:rPr lang="en-US" dirty="0"/>
              <a:t> voted for user </a:t>
            </a:r>
            <a:r>
              <a:rPr lang="en-US" i="1" dirty="0"/>
              <a:t>b</a:t>
            </a:r>
            <a:r>
              <a:rPr lang="en-US" dirty="0"/>
              <a:t> when the promotion vote was held for user </a:t>
            </a:r>
            <a:r>
              <a:rPr lang="en-US" i="1" dirty="0"/>
              <a:t>b</a:t>
            </a:r>
          </a:p>
          <a:p>
            <a:pPr marL="285750" indent="-285750">
              <a:buFontTx/>
              <a:buChar char="-"/>
            </a:pPr>
            <a:r>
              <a:rPr lang="en-US" dirty="0"/>
              <a:t>~7000 Nodes</a:t>
            </a:r>
          </a:p>
          <a:p>
            <a:pPr marL="285750" indent="-285750">
              <a:buFontTx/>
              <a:buChar char="-"/>
            </a:pPr>
            <a:r>
              <a:rPr lang="en-US" dirty="0"/>
              <a:t>Over 100k Edges</a:t>
            </a:r>
          </a:p>
        </p:txBody>
      </p:sp>
      <p:pic>
        <p:nvPicPr>
          <p:cNvPr id="5" name="Graphic 4" descr="User Crown Male with solid fill">
            <a:extLst>
              <a:ext uri="{FF2B5EF4-FFF2-40B4-BE49-F238E27FC236}">
                <a16:creationId xmlns:a16="http://schemas.microsoft.com/office/drawing/2014/main" id="{D56CD8E0-DA4B-61C7-DA73-874F662161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8622" y="1775053"/>
            <a:ext cx="914400" cy="914400"/>
          </a:xfrm>
          <a:prstGeom prst="rect">
            <a:avLst/>
          </a:prstGeom>
        </p:spPr>
      </p:pic>
      <p:pic>
        <p:nvPicPr>
          <p:cNvPr id="7" name="Graphic 6" descr="User with solid fill">
            <a:extLst>
              <a:ext uri="{FF2B5EF4-FFF2-40B4-BE49-F238E27FC236}">
                <a16:creationId xmlns:a16="http://schemas.microsoft.com/office/drawing/2014/main" id="{48D530EF-A2FC-A122-19DE-EB0B18975D3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048" y="3729884"/>
            <a:ext cx="914400" cy="914400"/>
          </a:xfrm>
          <a:prstGeom prst="rect">
            <a:avLst/>
          </a:prstGeom>
        </p:spPr>
      </p:pic>
      <p:pic>
        <p:nvPicPr>
          <p:cNvPr id="8" name="Graphic 7" descr="User with solid fill">
            <a:extLst>
              <a:ext uri="{FF2B5EF4-FFF2-40B4-BE49-F238E27FC236}">
                <a16:creationId xmlns:a16="http://schemas.microsoft.com/office/drawing/2014/main" id="{43F7E7E4-63BA-4EC0-4CBE-9A14EE730DE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37400" y="4187084"/>
            <a:ext cx="914400" cy="914400"/>
          </a:xfrm>
          <a:prstGeom prst="rect">
            <a:avLst/>
          </a:prstGeom>
        </p:spPr>
      </p:pic>
      <p:pic>
        <p:nvPicPr>
          <p:cNvPr id="9" name="Graphic 8" descr="User with solid fill">
            <a:extLst>
              <a:ext uri="{FF2B5EF4-FFF2-40B4-BE49-F238E27FC236}">
                <a16:creationId xmlns:a16="http://schemas.microsoft.com/office/drawing/2014/main" id="{223DB847-AE74-1CE3-FFDF-C3BF7ED6540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60557" y="1664502"/>
            <a:ext cx="914400" cy="914400"/>
          </a:xfrm>
          <a:prstGeom prst="rect">
            <a:avLst/>
          </a:prstGeom>
        </p:spPr>
      </p:pic>
      <p:cxnSp>
        <p:nvCxnSpPr>
          <p:cNvPr id="15" name="Straight Arrow Connector 14">
            <a:extLst>
              <a:ext uri="{FF2B5EF4-FFF2-40B4-BE49-F238E27FC236}">
                <a16:creationId xmlns:a16="http://schemas.microsoft.com/office/drawing/2014/main" id="{B16ABD9B-089B-2BD4-2966-181ACE35FEBE}"/>
              </a:ext>
            </a:extLst>
          </p:cNvPr>
          <p:cNvCxnSpPr>
            <a:stCxn id="5" idx="2"/>
          </p:cNvCxnSpPr>
          <p:nvPr/>
        </p:nvCxnSpPr>
        <p:spPr>
          <a:xfrm>
            <a:off x="1185822" y="2689453"/>
            <a:ext cx="1251578" cy="14976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D88FF6E7-498C-C9EC-1767-6DE7426FDEB5}"/>
              </a:ext>
            </a:extLst>
          </p:cNvPr>
          <p:cNvCxnSpPr/>
          <p:nvPr/>
        </p:nvCxnSpPr>
        <p:spPr>
          <a:xfrm flipH="1">
            <a:off x="3048000" y="2578902"/>
            <a:ext cx="169757" cy="14367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01E14F57-AAA4-CFDD-C4D9-4EB2DB6AE2CD}"/>
              </a:ext>
            </a:extLst>
          </p:cNvPr>
          <p:cNvCxnSpPr/>
          <p:nvPr/>
        </p:nvCxnSpPr>
        <p:spPr>
          <a:xfrm flipV="1">
            <a:off x="728622" y="2689453"/>
            <a:ext cx="404826" cy="10404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B7677FA8-73FC-B2D9-CF33-91965BD87C25}"/>
              </a:ext>
            </a:extLst>
          </p:cNvPr>
          <p:cNvCxnSpPr/>
          <p:nvPr/>
        </p:nvCxnSpPr>
        <p:spPr>
          <a:xfrm flipV="1">
            <a:off x="2760557" y="2578902"/>
            <a:ext cx="287443" cy="16081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431D84A0-B7FB-E3B2-163C-A8E6FC5A61C8}"/>
              </a:ext>
            </a:extLst>
          </p:cNvPr>
          <p:cNvCxnSpPr/>
          <p:nvPr/>
        </p:nvCxnSpPr>
        <p:spPr>
          <a:xfrm flipV="1">
            <a:off x="1028700" y="2400300"/>
            <a:ext cx="1731857" cy="16153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650571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30E0F-10C6-298A-C347-E831FFF4ECB8}"/>
              </a:ext>
            </a:extLst>
          </p:cNvPr>
          <p:cNvSpPr>
            <a:spLocks noGrp="1"/>
          </p:cNvSpPr>
          <p:nvPr>
            <p:ph type="title"/>
          </p:nvPr>
        </p:nvSpPr>
        <p:spPr/>
        <p:txBody>
          <a:bodyPr/>
          <a:lstStyle/>
          <a:p>
            <a:r>
              <a:rPr lang="en-US" dirty="0"/>
              <a:t>The 3 Networks</a:t>
            </a:r>
          </a:p>
        </p:txBody>
      </p:sp>
      <p:sp>
        <p:nvSpPr>
          <p:cNvPr id="3" name="TextBox 2">
            <a:extLst>
              <a:ext uri="{FF2B5EF4-FFF2-40B4-BE49-F238E27FC236}">
                <a16:creationId xmlns:a16="http://schemas.microsoft.com/office/drawing/2014/main" id="{5AB4178B-B383-A796-0846-4116BC314DDD}"/>
              </a:ext>
            </a:extLst>
          </p:cNvPr>
          <p:cNvSpPr txBox="1"/>
          <p:nvPr/>
        </p:nvSpPr>
        <p:spPr>
          <a:xfrm>
            <a:off x="1228344" y="2526047"/>
            <a:ext cx="10963656" cy="3970318"/>
          </a:xfrm>
          <a:prstGeom prst="rect">
            <a:avLst/>
          </a:prstGeom>
          <a:noFill/>
        </p:spPr>
        <p:txBody>
          <a:bodyPr wrap="square" rtlCol="0">
            <a:spAutoFit/>
          </a:bodyPr>
          <a:lstStyle/>
          <a:p>
            <a:r>
              <a:rPr lang="en-US" spc="150" dirty="0">
                <a:solidFill>
                  <a:schemeClr val="tx1">
                    <a:lumMod val="75000"/>
                    <a:lumOff val="25000"/>
                  </a:schemeClr>
                </a:solidFill>
              </a:rPr>
              <a:t>Real Wiki-Vote</a:t>
            </a:r>
          </a:p>
          <a:p>
            <a:pPr marL="285750" indent="-285750">
              <a:buFontTx/>
              <a:buChar char="-"/>
            </a:pPr>
            <a:r>
              <a:rPr lang="en-US" spc="150" dirty="0">
                <a:solidFill>
                  <a:schemeClr val="tx1">
                    <a:lumMod val="75000"/>
                    <a:lumOff val="25000"/>
                  </a:schemeClr>
                </a:solidFill>
              </a:rPr>
              <a:t>It represents the voting network for Wikipedia </a:t>
            </a:r>
            <a:r>
              <a:rPr lang="en-US" spc="150" dirty="0" err="1">
                <a:solidFill>
                  <a:schemeClr val="tx1">
                    <a:lumMod val="75000"/>
                    <a:lumOff val="25000"/>
                  </a:schemeClr>
                </a:solidFill>
              </a:rPr>
              <a:t>adminship</a:t>
            </a:r>
            <a:endParaRPr lang="en-US" spc="150" dirty="0">
              <a:solidFill>
                <a:schemeClr val="tx1">
                  <a:lumMod val="75000"/>
                  <a:lumOff val="25000"/>
                </a:schemeClr>
              </a:solidFill>
            </a:endParaRPr>
          </a:p>
          <a:p>
            <a:pPr marL="285750" indent="-285750">
              <a:buFontTx/>
              <a:buChar char="-"/>
            </a:pPr>
            <a:endParaRPr lang="en-US" spc="150" dirty="0">
              <a:solidFill>
                <a:schemeClr val="tx1">
                  <a:lumMod val="75000"/>
                  <a:lumOff val="25000"/>
                </a:schemeClr>
              </a:solidFill>
            </a:endParaRPr>
          </a:p>
          <a:p>
            <a:r>
              <a:rPr lang="en-US" spc="150" dirty="0">
                <a:solidFill>
                  <a:schemeClr val="tx1">
                    <a:lumMod val="75000"/>
                    <a:lumOff val="25000"/>
                  </a:schemeClr>
                </a:solidFill>
              </a:rPr>
              <a:t>Random Erdos-</a:t>
            </a:r>
            <a:r>
              <a:rPr lang="en-US" spc="150" dirty="0" err="1">
                <a:solidFill>
                  <a:schemeClr val="tx1">
                    <a:lumMod val="75000"/>
                    <a:lumOff val="25000"/>
                  </a:schemeClr>
                </a:solidFill>
              </a:rPr>
              <a:t>Renyi</a:t>
            </a:r>
            <a:endParaRPr lang="en-US" spc="150" dirty="0">
              <a:solidFill>
                <a:schemeClr val="tx1">
                  <a:lumMod val="75000"/>
                  <a:lumOff val="25000"/>
                </a:schemeClr>
              </a:solidFill>
            </a:endParaRPr>
          </a:p>
          <a:p>
            <a:r>
              <a:rPr lang="en-US" spc="150" dirty="0">
                <a:solidFill>
                  <a:schemeClr val="tx1">
                    <a:lumMod val="75000"/>
                    <a:lumOff val="25000"/>
                  </a:schemeClr>
                </a:solidFill>
              </a:rPr>
              <a:t>- Links are formed entirely by chance with a fixed probability. This acts as a null model, simulating what the Wikipedia community would look like if everyone just voted for random people without any underlying social structure or preference</a:t>
            </a:r>
            <a:br>
              <a:rPr lang="en-US" spc="150" dirty="0">
                <a:solidFill>
                  <a:schemeClr val="tx1">
                    <a:lumMod val="75000"/>
                    <a:lumOff val="25000"/>
                  </a:schemeClr>
                </a:solidFill>
              </a:rPr>
            </a:br>
            <a:endParaRPr lang="en-US" spc="150" dirty="0">
              <a:solidFill>
                <a:schemeClr val="tx1">
                  <a:lumMod val="75000"/>
                  <a:lumOff val="25000"/>
                </a:schemeClr>
              </a:solidFill>
            </a:endParaRPr>
          </a:p>
          <a:p>
            <a:r>
              <a:rPr lang="en-US" spc="150" dirty="0">
                <a:solidFill>
                  <a:schemeClr val="tx1">
                    <a:lumMod val="75000"/>
                    <a:lumOff val="25000"/>
                  </a:schemeClr>
                </a:solidFill>
              </a:rPr>
              <a:t>Scale-Free </a:t>
            </a:r>
            <a:r>
              <a:rPr lang="en-US" spc="150" dirty="0" err="1">
                <a:solidFill>
                  <a:schemeClr val="tx1">
                    <a:lumMod val="75000"/>
                    <a:lumOff val="25000"/>
                  </a:schemeClr>
                </a:solidFill>
              </a:rPr>
              <a:t>Barabsi</a:t>
            </a:r>
            <a:r>
              <a:rPr lang="en-US" spc="150" dirty="0">
                <a:solidFill>
                  <a:schemeClr val="tx1">
                    <a:lumMod val="75000"/>
                    <a:lumOff val="25000"/>
                  </a:schemeClr>
                </a:solidFill>
              </a:rPr>
              <a:t>-Albert</a:t>
            </a:r>
          </a:p>
          <a:p>
            <a:r>
              <a:rPr lang="en-US" spc="150" dirty="0">
                <a:solidFill>
                  <a:schemeClr val="tx1">
                    <a:lumMod val="75000"/>
                    <a:lumOff val="25000"/>
                  </a:schemeClr>
                </a:solidFill>
              </a:rPr>
              <a:t>- Formed using with the idea that new nodes are more likely to connect to nodes that already have many connections. This simulates a "rich-get-richer" dynamic, representing a scenario where already-popular Wikipedia candidates attract even more votes simply because they are highly visible</a:t>
            </a:r>
          </a:p>
          <a:p>
            <a:endParaRPr lang="en-US" dirty="0"/>
          </a:p>
        </p:txBody>
      </p:sp>
    </p:spTree>
    <p:extLst>
      <p:ext uri="{BB962C8B-B14F-4D97-AF65-F5344CB8AC3E}">
        <p14:creationId xmlns:p14="http://schemas.microsoft.com/office/powerpoint/2010/main" val="22256372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05C68-BB51-3900-8342-C8A0BB04A5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1FD018-6553-FFCA-81A4-65992167FB3D}"/>
              </a:ext>
            </a:extLst>
          </p:cNvPr>
          <p:cNvSpPr>
            <a:spLocks noGrp="1"/>
          </p:cNvSpPr>
          <p:nvPr>
            <p:ph type="title"/>
          </p:nvPr>
        </p:nvSpPr>
        <p:spPr/>
        <p:txBody>
          <a:bodyPr/>
          <a:lstStyle/>
          <a:p>
            <a:r>
              <a:rPr lang="en-US" dirty="0"/>
              <a:t>Degrees</a:t>
            </a:r>
          </a:p>
        </p:txBody>
      </p:sp>
      <p:graphicFrame>
        <p:nvGraphicFramePr>
          <p:cNvPr id="7" name="Chart 6">
            <a:extLst>
              <a:ext uri="{FF2B5EF4-FFF2-40B4-BE49-F238E27FC236}">
                <a16:creationId xmlns:a16="http://schemas.microsoft.com/office/drawing/2014/main" id="{0020C1E8-00D4-076C-28B7-6CD7D9787F4A}"/>
              </a:ext>
            </a:extLst>
          </p:cNvPr>
          <p:cNvGraphicFramePr/>
          <p:nvPr/>
        </p:nvGraphicFramePr>
        <p:xfrm>
          <a:off x="1063591" y="2178575"/>
          <a:ext cx="3468076" cy="467942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13">
            <a:extLst>
              <a:ext uri="{FF2B5EF4-FFF2-40B4-BE49-F238E27FC236}">
                <a16:creationId xmlns:a16="http://schemas.microsoft.com/office/drawing/2014/main" id="{11BF0339-D5D1-3010-8B30-0760E2C93E5F}"/>
              </a:ext>
            </a:extLst>
          </p:cNvPr>
          <p:cNvGraphicFramePr/>
          <p:nvPr/>
        </p:nvGraphicFramePr>
        <p:xfrm>
          <a:off x="4699420" y="2178574"/>
          <a:ext cx="3468076" cy="467942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5" name="Chart 14">
            <a:extLst>
              <a:ext uri="{FF2B5EF4-FFF2-40B4-BE49-F238E27FC236}">
                <a16:creationId xmlns:a16="http://schemas.microsoft.com/office/drawing/2014/main" id="{EB593423-3E6A-6E15-8CC3-740E1716760F}"/>
              </a:ext>
            </a:extLst>
          </p:cNvPr>
          <p:cNvGraphicFramePr/>
          <p:nvPr/>
        </p:nvGraphicFramePr>
        <p:xfrm>
          <a:off x="8335249" y="2178573"/>
          <a:ext cx="3468076" cy="4679425"/>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431003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58DF2-7F12-B2BA-18AE-4B8D7E181B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055EE4-9914-74E8-5D79-05F21EE6D0D4}"/>
              </a:ext>
            </a:extLst>
          </p:cNvPr>
          <p:cNvSpPr>
            <a:spLocks noGrp="1"/>
          </p:cNvSpPr>
          <p:nvPr>
            <p:ph type="title"/>
          </p:nvPr>
        </p:nvSpPr>
        <p:spPr/>
        <p:txBody>
          <a:bodyPr/>
          <a:lstStyle/>
          <a:p>
            <a:r>
              <a:rPr lang="en-US" dirty="0"/>
              <a:t>Components</a:t>
            </a:r>
          </a:p>
        </p:txBody>
      </p:sp>
      <p:graphicFrame>
        <p:nvGraphicFramePr>
          <p:cNvPr id="7" name="Chart 6">
            <a:extLst>
              <a:ext uri="{FF2B5EF4-FFF2-40B4-BE49-F238E27FC236}">
                <a16:creationId xmlns:a16="http://schemas.microsoft.com/office/drawing/2014/main" id="{E70697D2-989C-B943-3CF3-91A8A4BC41C0}"/>
              </a:ext>
            </a:extLst>
          </p:cNvPr>
          <p:cNvGraphicFramePr/>
          <p:nvPr>
            <p:extLst>
              <p:ext uri="{D42A27DB-BD31-4B8C-83A1-F6EECF244321}">
                <p14:modId xmlns:p14="http://schemas.microsoft.com/office/powerpoint/2010/main" val="706297229"/>
              </p:ext>
            </p:extLst>
          </p:nvPr>
        </p:nvGraphicFramePr>
        <p:xfrm>
          <a:off x="1063591" y="2272252"/>
          <a:ext cx="5032409" cy="467942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13">
            <a:extLst>
              <a:ext uri="{FF2B5EF4-FFF2-40B4-BE49-F238E27FC236}">
                <a16:creationId xmlns:a16="http://schemas.microsoft.com/office/drawing/2014/main" id="{656C7F7D-082C-B9CE-42E0-19196268189E}"/>
              </a:ext>
            </a:extLst>
          </p:cNvPr>
          <p:cNvGraphicFramePr/>
          <p:nvPr>
            <p:extLst>
              <p:ext uri="{D42A27DB-BD31-4B8C-83A1-F6EECF244321}">
                <p14:modId xmlns:p14="http://schemas.microsoft.com/office/powerpoint/2010/main" val="2602203198"/>
              </p:ext>
            </p:extLst>
          </p:nvPr>
        </p:nvGraphicFramePr>
        <p:xfrm>
          <a:off x="6248400" y="2272252"/>
          <a:ext cx="5612981" cy="467942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706432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B6408-5B03-3704-C0C7-B2DA5B5FA3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66E43E-41A7-2942-B95B-0E852218B698}"/>
              </a:ext>
            </a:extLst>
          </p:cNvPr>
          <p:cNvSpPr>
            <a:spLocks noGrp="1"/>
          </p:cNvSpPr>
          <p:nvPr>
            <p:ph type="title"/>
          </p:nvPr>
        </p:nvSpPr>
        <p:spPr/>
        <p:txBody>
          <a:bodyPr/>
          <a:lstStyle/>
          <a:p>
            <a:r>
              <a:rPr lang="en-US" dirty="0"/>
              <a:t>Shortest Path &amp; Diameter</a:t>
            </a:r>
          </a:p>
        </p:txBody>
      </p:sp>
      <p:graphicFrame>
        <p:nvGraphicFramePr>
          <p:cNvPr id="7" name="Chart 6">
            <a:extLst>
              <a:ext uri="{FF2B5EF4-FFF2-40B4-BE49-F238E27FC236}">
                <a16:creationId xmlns:a16="http://schemas.microsoft.com/office/drawing/2014/main" id="{79BF5E5C-C131-BAB1-7642-199B94540DF6}"/>
              </a:ext>
            </a:extLst>
          </p:cNvPr>
          <p:cNvGraphicFramePr/>
          <p:nvPr>
            <p:extLst>
              <p:ext uri="{D42A27DB-BD31-4B8C-83A1-F6EECF244321}">
                <p14:modId xmlns:p14="http://schemas.microsoft.com/office/powerpoint/2010/main" val="1030711375"/>
              </p:ext>
            </p:extLst>
          </p:nvPr>
        </p:nvGraphicFramePr>
        <p:xfrm>
          <a:off x="1063591" y="2284952"/>
          <a:ext cx="5032409" cy="467942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13">
            <a:extLst>
              <a:ext uri="{FF2B5EF4-FFF2-40B4-BE49-F238E27FC236}">
                <a16:creationId xmlns:a16="http://schemas.microsoft.com/office/drawing/2014/main" id="{4D5B8378-7CEB-9445-CC86-FBB724FC8052}"/>
              </a:ext>
            </a:extLst>
          </p:cNvPr>
          <p:cNvGraphicFramePr/>
          <p:nvPr>
            <p:extLst>
              <p:ext uri="{D42A27DB-BD31-4B8C-83A1-F6EECF244321}">
                <p14:modId xmlns:p14="http://schemas.microsoft.com/office/powerpoint/2010/main" val="461536952"/>
              </p:ext>
            </p:extLst>
          </p:nvPr>
        </p:nvGraphicFramePr>
        <p:xfrm>
          <a:off x="6210300" y="2284952"/>
          <a:ext cx="5612981" cy="467942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2912608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28691-69C4-8026-AEF4-DBFBEB92A2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5FEC5E-B0E3-64AA-C148-4A86E9E4FF20}"/>
              </a:ext>
            </a:extLst>
          </p:cNvPr>
          <p:cNvSpPr>
            <a:spLocks noGrp="1"/>
          </p:cNvSpPr>
          <p:nvPr>
            <p:ph type="title"/>
          </p:nvPr>
        </p:nvSpPr>
        <p:spPr/>
        <p:txBody>
          <a:bodyPr/>
          <a:lstStyle/>
          <a:p>
            <a:r>
              <a:rPr lang="en-US" dirty="0"/>
              <a:t>Average Clustering Coefficients</a:t>
            </a:r>
          </a:p>
        </p:txBody>
      </p:sp>
      <p:graphicFrame>
        <p:nvGraphicFramePr>
          <p:cNvPr id="7" name="Chart 6">
            <a:extLst>
              <a:ext uri="{FF2B5EF4-FFF2-40B4-BE49-F238E27FC236}">
                <a16:creationId xmlns:a16="http://schemas.microsoft.com/office/drawing/2014/main" id="{791A59F5-A628-0072-F55D-C59545AFE48C}"/>
              </a:ext>
            </a:extLst>
          </p:cNvPr>
          <p:cNvGraphicFramePr/>
          <p:nvPr>
            <p:extLst>
              <p:ext uri="{D42A27DB-BD31-4B8C-83A1-F6EECF244321}">
                <p14:modId xmlns:p14="http://schemas.microsoft.com/office/powerpoint/2010/main" val="2694021554"/>
              </p:ext>
            </p:extLst>
          </p:nvPr>
        </p:nvGraphicFramePr>
        <p:xfrm>
          <a:off x="1063590" y="2178575"/>
          <a:ext cx="11128410" cy="467942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79372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AD591-2E40-A85B-32F5-206BB30D0E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838579-B00B-34A3-9131-13DC62E90FC5}"/>
              </a:ext>
            </a:extLst>
          </p:cNvPr>
          <p:cNvSpPr>
            <a:spLocks noGrp="1"/>
          </p:cNvSpPr>
          <p:nvPr>
            <p:ph type="title"/>
          </p:nvPr>
        </p:nvSpPr>
        <p:spPr/>
        <p:txBody>
          <a:bodyPr/>
          <a:lstStyle/>
          <a:p>
            <a:r>
              <a:rPr lang="en-US" dirty="0"/>
              <a:t>Top 3 Most Important By Degree</a:t>
            </a:r>
          </a:p>
        </p:txBody>
      </p:sp>
      <p:graphicFrame>
        <p:nvGraphicFramePr>
          <p:cNvPr id="6" name="Chart 5">
            <a:extLst>
              <a:ext uri="{FF2B5EF4-FFF2-40B4-BE49-F238E27FC236}">
                <a16:creationId xmlns:a16="http://schemas.microsoft.com/office/drawing/2014/main" id="{586459F8-88C1-6580-D3DF-1638EA73B944}"/>
              </a:ext>
            </a:extLst>
          </p:cNvPr>
          <p:cNvGraphicFramePr/>
          <p:nvPr>
            <p:extLst>
              <p:ext uri="{D42A27DB-BD31-4B8C-83A1-F6EECF244321}">
                <p14:modId xmlns:p14="http://schemas.microsoft.com/office/powerpoint/2010/main" val="1118396097"/>
              </p:ext>
            </p:extLst>
          </p:nvPr>
        </p:nvGraphicFramePr>
        <p:xfrm>
          <a:off x="1117602" y="2716591"/>
          <a:ext cx="3933370" cy="416439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9">
            <a:extLst>
              <a:ext uri="{FF2B5EF4-FFF2-40B4-BE49-F238E27FC236}">
                <a16:creationId xmlns:a16="http://schemas.microsoft.com/office/drawing/2014/main" id="{48312F16-0BA8-064B-2070-068A50438159}"/>
              </a:ext>
            </a:extLst>
          </p:cNvPr>
          <p:cNvGraphicFramePr/>
          <p:nvPr>
            <p:extLst>
              <p:ext uri="{D42A27DB-BD31-4B8C-83A1-F6EECF244321}">
                <p14:modId xmlns:p14="http://schemas.microsoft.com/office/powerpoint/2010/main" val="1158386359"/>
              </p:ext>
            </p:extLst>
          </p:nvPr>
        </p:nvGraphicFramePr>
        <p:xfrm>
          <a:off x="5050972" y="2693610"/>
          <a:ext cx="3933370" cy="416439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1" name="Chart 10">
            <a:extLst>
              <a:ext uri="{FF2B5EF4-FFF2-40B4-BE49-F238E27FC236}">
                <a16:creationId xmlns:a16="http://schemas.microsoft.com/office/drawing/2014/main" id="{F73EB83D-CEED-A3AA-B59B-CE719C1C239D}"/>
              </a:ext>
            </a:extLst>
          </p:cNvPr>
          <p:cNvGraphicFramePr/>
          <p:nvPr>
            <p:extLst>
              <p:ext uri="{D42A27DB-BD31-4B8C-83A1-F6EECF244321}">
                <p14:modId xmlns:p14="http://schemas.microsoft.com/office/powerpoint/2010/main" val="2962540509"/>
              </p:ext>
            </p:extLst>
          </p:nvPr>
        </p:nvGraphicFramePr>
        <p:xfrm>
          <a:off x="8984342" y="2693610"/>
          <a:ext cx="3207658" cy="416439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0551667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AB7AF-F276-29A7-B3DD-508C5C2F2D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D9CB27-8829-C49D-A457-A56F3D32A4EA}"/>
              </a:ext>
            </a:extLst>
          </p:cNvPr>
          <p:cNvSpPr>
            <a:spLocks noGrp="1"/>
          </p:cNvSpPr>
          <p:nvPr>
            <p:ph type="title"/>
          </p:nvPr>
        </p:nvSpPr>
        <p:spPr/>
        <p:txBody>
          <a:bodyPr/>
          <a:lstStyle/>
          <a:p>
            <a:r>
              <a:rPr lang="en-US" dirty="0"/>
              <a:t>Top 3 Most Important By PageRank</a:t>
            </a:r>
          </a:p>
        </p:txBody>
      </p:sp>
      <p:graphicFrame>
        <p:nvGraphicFramePr>
          <p:cNvPr id="6" name="Chart 5">
            <a:extLst>
              <a:ext uri="{FF2B5EF4-FFF2-40B4-BE49-F238E27FC236}">
                <a16:creationId xmlns:a16="http://schemas.microsoft.com/office/drawing/2014/main" id="{91E93C89-E26E-9970-0E90-070832CEC1F6}"/>
              </a:ext>
            </a:extLst>
          </p:cNvPr>
          <p:cNvGraphicFramePr/>
          <p:nvPr>
            <p:extLst>
              <p:ext uri="{D42A27DB-BD31-4B8C-83A1-F6EECF244321}">
                <p14:modId xmlns:p14="http://schemas.microsoft.com/office/powerpoint/2010/main" val="3201224855"/>
              </p:ext>
            </p:extLst>
          </p:nvPr>
        </p:nvGraphicFramePr>
        <p:xfrm>
          <a:off x="1117602" y="2693610"/>
          <a:ext cx="3933370" cy="416439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9">
            <a:extLst>
              <a:ext uri="{FF2B5EF4-FFF2-40B4-BE49-F238E27FC236}">
                <a16:creationId xmlns:a16="http://schemas.microsoft.com/office/drawing/2014/main" id="{E3E0F963-5696-CABF-3139-DC9BB2F9045E}"/>
              </a:ext>
            </a:extLst>
          </p:cNvPr>
          <p:cNvGraphicFramePr/>
          <p:nvPr>
            <p:extLst>
              <p:ext uri="{D42A27DB-BD31-4B8C-83A1-F6EECF244321}">
                <p14:modId xmlns:p14="http://schemas.microsoft.com/office/powerpoint/2010/main" val="2559426985"/>
              </p:ext>
            </p:extLst>
          </p:nvPr>
        </p:nvGraphicFramePr>
        <p:xfrm>
          <a:off x="5050972" y="2693610"/>
          <a:ext cx="3933370" cy="416439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1" name="Chart 10">
            <a:extLst>
              <a:ext uri="{FF2B5EF4-FFF2-40B4-BE49-F238E27FC236}">
                <a16:creationId xmlns:a16="http://schemas.microsoft.com/office/drawing/2014/main" id="{FCF5BFD7-3FE4-D339-3B19-2154C2E601BC}"/>
              </a:ext>
            </a:extLst>
          </p:cNvPr>
          <p:cNvGraphicFramePr/>
          <p:nvPr>
            <p:extLst>
              <p:ext uri="{D42A27DB-BD31-4B8C-83A1-F6EECF244321}">
                <p14:modId xmlns:p14="http://schemas.microsoft.com/office/powerpoint/2010/main" val="2847203652"/>
              </p:ext>
            </p:extLst>
          </p:nvPr>
        </p:nvGraphicFramePr>
        <p:xfrm>
          <a:off x="8984342" y="2693610"/>
          <a:ext cx="3207658" cy="416439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9496316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224DC-860A-547D-8D7D-B065EEBFA3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53988D-E1AF-6BA1-C1A1-01100D852DE9}"/>
              </a:ext>
            </a:extLst>
          </p:cNvPr>
          <p:cNvSpPr>
            <a:spLocks noGrp="1"/>
          </p:cNvSpPr>
          <p:nvPr>
            <p:ph type="title"/>
          </p:nvPr>
        </p:nvSpPr>
        <p:spPr/>
        <p:txBody>
          <a:bodyPr/>
          <a:lstStyle/>
          <a:p>
            <a:r>
              <a:rPr lang="en-US" dirty="0"/>
              <a:t>Top 3 Most Important By Betweenness</a:t>
            </a:r>
          </a:p>
        </p:txBody>
      </p:sp>
      <p:graphicFrame>
        <p:nvGraphicFramePr>
          <p:cNvPr id="6" name="Chart 5">
            <a:extLst>
              <a:ext uri="{FF2B5EF4-FFF2-40B4-BE49-F238E27FC236}">
                <a16:creationId xmlns:a16="http://schemas.microsoft.com/office/drawing/2014/main" id="{B1C586E0-7E97-BC50-172B-FBB61C0EAF30}"/>
              </a:ext>
            </a:extLst>
          </p:cNvPr>
          <p:cNvGraphicFramePr/>
          <p:nvPr>
            <p:extLst>
              <p:ext uri="{D42A27DB-BD31-4B8C-83A1-F6EECF244321}">
                <p14:modId xmlns:p14="http://schemas.microsoft.com/office/powerpoint/2010/main" val="4228942150"/>
              </p:ext>
            </p:extLst>
          </p:nvPr>
        </p:nvGraphicFramePr>
        <p:xfrm>
          <a:off x="1117602" y="2693610"/>
          <a:ext cx="3933370" cy="416439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9">
            <a:extLst>
              <a:ext uri="{FF2B5EF4-FFF2-40B4-BE49-F238E27FC236}">
                <a16:creationId xmlns:a16="http://schemas.microsoft.com/office/drawing/2014/main" id="{DF5329AB-89EC-47A8-4C5C-697F3FE51451}"/>
              </a:ext>
            </a:extLst>
          </p:cNvPr>
          <p:cNvGraphicFramePr/>
          <p:nvPr>
            <p:extLst>
              <p:ext uri="{D42A27DB-BD31-4B8C-83A1-F6EECF244321}">
                <p14:modId xmlns:p14="http://schemas.microsoft.com/office/powerpoint/2010/main" val="4246846678"/>
              </p:ext>
            </p:extLst>
          </p:nvPr>
        </p:nvGraphicFramePr>
        <p:xfrm>
          <a:off x="5050972" y="2693610"/>
          <a:ext cx="3933370" cy="416439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1" name="Chart 10">
            <a:extLst>
              <a:ext uri="{FF2B5EF4-FFF2-40B4-BE49-F238E27FC236}">
                <a16:creationId xmlns:a16="http://schemas.microsoft.com/office/drawing/2014/main" id="{0ED6EE60-97A7-4407-3E2C-F7BC7356B552}"/>
              </a:ext>
            </a:extLst>
          </p:cNvPr>
          <p:cNvGraphicFramePr/>
          <p:nvPr>
            <p:extLst>
              <p:ext uri="{D42A27DB-BD31-4B8C-83A1-F6EECF244321}">
                <p14:modId xmlns:p14="http://schemas.microsoft.com/office/powerpoint/2010/main" val="931646293"/>
              </p:ext>
            </p:extLst>
          </p:nvPr>
        </p:nvGraphicFramePr>
        <p:xfrm>
          <a:off x="8984342" y="2693610"/>
          <a:ext cx="3207658" cy="416439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3278313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45248CBB-A744-2914-21EF-877F5ECCD76E}"/>
              </a:ext>
            </a:extLst>
          </p:cNvPr>
          <p:cNvSpPr>
            <a:spLocks noGrp="1"/>
          </p:cNvSpPr>
          <p:nvPr>
            <p:ph sz="quarter" idx="19"/>
          </p:nvPr>
        </p:nvSpPr>
        <p:spPr/>
        <p:txBody>
          <a:bodyPr/>
          <a:lstStyle/>
          <a:p>
            <a:endParaRPr lang="en-US"/>
          </a:p>
        </p:txBody>
      </p:sp>
      <p:pic>
        <p:nvPicPr>
          <p:cNvPr id="14" name="Picture 13">
            <a:extLst>
              <a:ext uri="{FF2B5EF4-FFF2-40B4-BE49-F238E27FC236}">
                <a16:creationId xmlns:a16="http://schemas.microsoft.com/office/drawing/2014/main" id="{D388003B-5B84-E2C2-62EC-74CE67077E0E}"/>
              </a:ext>
            </a:extLst>
          </p:cNvPr>
          <p:cNvPicPr>
            <a:picLocks noChangeAspect="1"/>
          </p:cNvPicPr>
          <p:nvPr/>
        </p:nvPicPr>
        <p:blipFill>
          <a:blip r:embed="rId3"/>
          <a:stretch>
            <a:fillRect/>
          </a:stretch>
        </p:blipFill>
        <p:spPr>
          <a:xfrm>
            <a:off x="0" y="-122255"/>
            <a:ext cx="12192000" cy="6980255"/>
          </a:xfrm>
          <a:prstGeom prst="rect">
            <a:avLst/>
          </a:prstGeom>
        </p:spPr>
      </p:pic>
      <p:sp>
        <p:nvSpPr>
          <p:cNvPr id="2" name="Title 1">
            <a:extLst>
              <a:ext uri="{FF2B5EF4-FFF2-40B4-BE49-F238E27FC236}">
                <a16:creationId xmlns:a16="http://schemas.microsoft.com/office/drawing/2014/main" id="{E2D30E0F-10C6-298A-C347-E831FFF4ECB8}"/>
              </a:ext>
            </a:extLst>
          </p:cNvPr>
          <p:cNvSpPr>
            <a:spLocks noGrp="1"/>
          </p:cNvSpPr>
          <p:nvPr>
            <p:ph type="title"/>
          </p:nvPr>
        </p:nvSpPr>
        <p:spPr>
          <a:xfrm>
            <a:off x="0" y="6042295"/>
            <a:ext cx="10013709" cy="1033272"/>
          </a:xfrm>
        </p:spPr>
        <p:txBody>
          <a:bodyPr/>
          <a:lstStyle/>
          <a:p>
            <a:r>
              <a:rPr lang="en-US" dirty="0">
                <a:solidFill>
                  <a:schemeClr val="tx1"/>
                </a:solidFill>
              </a:rPr>
              <a:t>Visualization of the Network</a:t>
            </a:r>
          </a:p>
        </p:txBody>
      </p:sp>
    </p:spTree>
    <p:extLst>
      <p:ext uri="{BB962C8B-B14F-4D97-AF65-F5344CB8AC3E}">
        <p14:creationId xmlns:p14="http://schemas.microsoft.com/office/powerpoint/2010/main" val="12307002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5DDB1-6B7D-89F9-04B7-D04AE0CD99FE}"/>
            </a:ext>
          </a:extLst>
        </p:cNvPr>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B509EED2-4EBC-DB17-872C-E19F2BF486D7}"/>
              </a:ext>
            </a:extLst>
          </p:cNvPr>
          <p:cNvSpPr>
            <a:spLocks noGrp="1"/>
          </p:cNvSpPr>
          <p:nvPr>
            <p:ph sz="quarter" idx="19"/>
          </p:nvPr>
        </p:nvSpPr>
        <p:spPr/>
        <p:txBody>
          <a:bodyPr/>
          <a:lstStyle/>
          <a:p>
            <a:endParaRPr lang="en-US"/>
          </a:p>
        </p:txBody>
      </p:sp>
      <p:pic>
        <p:nvPicPr>
          <p:cNvPr id="14" name="Picture 13">
            <a:extLst>
              <a:ext uri="{FF2B5EF4-FFF2-40B4-BE49-F238E27FC236}">
                <a16:creationId xmlns:a16="http://schemas.microsoft.com/office/drawing/2014/main" id="{A96443D5-6D6A-1CB5-BA6F-00CDD51F2C1D}"/>
              </a:ext>
            </a:extLst>
          </p:cNvPr>
          <p:cNvPicPr>
            <a:picLocks noChangeAspect="1"/>
          </p:cNvPicPr>
          <p:nvPr/>
        </p:nvPicPr>
        <p:blipFill>
          <a:blip r:embed="rId3"/>
          <a:stretch>
            <a:fillRect/>
          </a:stretch>
        </p:blipFill>
        <p:spPr>
          <a:xfrm>
            <a:off x="0" y="-122255"/>
            <a:ext cx="12192000" cy="6980255"/>
          </a:xfrm>
          <a:prstGeom prst="rect">
            <a:avLst/>
          </a:prstGeom>
        </p:spPr>
      </p:pic>
      <p:pic>
        <p:nvPicPr>
          <p:cNvPr id="5" name="Picture 4">
            <a:extLst>
              <a:ext uri="{FF2B5EF4-FFF2-40B4-BE49-F238E27FC236}">
                <a16:creationId xmlns:a16="http://schemas.microsoft.com/office/drawing/2014/main" id="{1F8A122B-53F3-CAAA-F2BA-1AE082C5E915}"/>
              </a:ext>
            </a:extLst>
          </p:cNvPr>
          <p:cNvPicPr>
            <a:picLocks noChangeAspect="1"/>
          </p:cNvPicPr>
          <p:nvPr/>
        </p:nvPicPr>
        <p:blipFill>
          <a:blip r:embed="rId4"/>
          <a:stretch>
            <a:fillRect/>
          </a:stretch>
        </p:blipFill>
        <p:spPr>
          <a:xfrm>
            <a:off x="0" y="-122256"/>
            <a:ext cx="12192000" cy="6980256"/>
          </a:xfrm>
          <a:prstGeom prst="rect">
            <a:avLst/>
          </a:prstGeom>
        </p:spPr>
      </p:pic>
      <p:sp>
        <p:nvSpPr>
          <p:cNvPr id="2" name="Title 1">
            <a:extLst>
              <a:ext uri="{FF2B5EF4-FFF2-40B4-BE49-F238E27FC236}">
                <a16:creationId xmlns:a16="http://schemas.microsoft.com/office/drawing/2014/main" id="{6933A7C0-E96C-0E24-C9EE-189E9654851C}"/>
              </a:ext>
            </a:extLst>
          </p:cNvPr>
          <p:cNvSpPr>
            <a:spLocks noGrp="1"/>
          </p:cNvSpPr>
          <p:nvPr>
            <p:ph type="title"/>
          </p:nvPr>
        </p:nvSpPr>
        <p:spPr>
          <a:xfrm>
            <a:off x="0" y="6042295"/>
            <a:ext cx="12839700" cy="1033272"/>
          </a:xfrm>
        </p:spPr>
        <p:txBody>
          <a:bodyPr/>
          <a:lstStyle/>
          <a:p>
            <a:r>
              <a:rPr lang="en-US" dirty="0">
                <a:solidFill>
                  <a:schemeClr val="tx1"/>
                </a:solidFill>
              </a:rPr>
              <a:t>Visualization of the Network Core (Degree &gt; 150)</a:t>
            </a:r>
          </a:p>
        </p:txBody>
      </p:sp>
    </p:spTree>
    <p:extLst>
      <p:ext uri="{BB962C8B-B14F-4D97-AF65-F5344CB8AC3E}">
        <p14:creationId xmlns:p14="http://schemas.microsoft.com/office/powerpoint/2010/main" val="6122921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A4ADB0D-E2A8-1359-749E-978FC717F4EB}"/>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1ED69555-EE48-4B19-812B-4E1068DBF9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73754" y="0"/>
            <a:ext cx="4618246"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57">
            <a:extLst>
              <a:ext uri="{FF2B5EF4-FFF2-40B4-BE49-F238E27FC236}">
                <a16:creationId xmlns:a16="http://schemas.microsoft.com/office/drawing/2014/main" id="{57AEB73D-F521-4B19-820F-12DB6BCC84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txBody>
          <a:bodyPr/>
          <a:lstStyle/>
          <a:p>
            <a:endParaRPr lang="en-US"/>
          </a:p>
        </p:txBody>
      </p:sp>
      <p:sp>
        <p:nvSpPr>
          <p:cNvPr id="32" name="Rectangle 31">
            <a:extLst>
              <a:ext uri="{FF2B5EF4-FFF2-40B4-BE49-F238E27FC236}">
                <a16:creationId xmlns:a16="http://schemas.microsoft.com/office/drawing/2014/main" id="{6B72EEBA-3A5D-41CE-8465-A45A0F6567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0121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3" name="Rectangle 32">
            <a:extLst>
              <a:ext uri="{FF2B5EF4-FFF2-40B4-BE49-F238E27FC236}">
                <a16:creationId xmlns:a16="http://schemas.microsoft.com/office/drawing/2014/main" id="{4F63D497-0210-4FF1-ABD0-8D0DDBFBD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91DED2AF-86BC-49AA-AA91-878F7B607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825688"/>
            <a:ext cx="1009935" cy="26033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43E9F331-5F10-4308-8012-10285B6BDF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2798" y="3438099"/>
            <a:ext cx="5369202" cy="263399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1A4118-6CCD-069F-7BCE-2A11CCCF193F}"/>
              </a:ext>
            </a:extLst>
          </p:cNvPr>
          <p:cNvSpPr>
            <a:spLocks noGrp="1"/>
          </p:cNvSpPr>
          <p:nvPr>
            <p:ph type="title"/>
          </p:nvPr>
        </p:nvSpPr>
        <p:spPr>
          <a:xfrm>
            <a:off x="7352793" y="3649649"/>
            <a:ext cx="4367429" cy="1381449"/>
          </a:xfrm>
        </p:spPr>
        <p:txBody>
          <a:bodyPr vert="horz" lIns="109728" tIns="109728" rIns="109728" bIns="91440" rtlCol="0" anchor="ctr">
            <a:normAutofit/>
          </a:bodyPr>
          <a:lstStyle/>
          <a:p>
            <a:pPr>
              <a:lnSpc>
                <a:spcPct val="125000"/>
              </a:lnSpc>
            </a:pPr>
            <a:r>
              <a:rPr lang="en-US" sz="3300" b="0" cap="all"/>
              <a:t>Wiki-Vote Plots</a:t>
            </a:r>
          </a:p>
        </p:txBody>
      </p:sp>
      <p:sp>
        <p:nvSpPr>
          <p:cNvPr id="36" name="Rectangle 35">
            <a:extLst>
              <a:ext uri="{FF2B5EF4-FFF2-40B4-BE49-F238E27FC236}">
                <a16:creationId xmlns:a16="http://schemas.microsoft.com/office/drawing/2014/main" id="{ED65A3A7-4368-4D89-B82E-0E7393F237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39893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9809BFEA-209F-421D-80D2-58DB8AADE5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419907"/>
            <a:ext cx="1219200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7C157EA4-3AC3-4EE0-9300-622272F93D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2F52E303-91FC-43F3-8DF0-B9924F28E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25686"/>
            <a:ext cx="685800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C137B93D-E276-2A61-D5DD-3BF07D0FFAB4}"/>
              </a:ext>
            </a:extLst>
          </p:cNvPr>
          <p:cNvPicPr>
            <a:picLocks noChangeAspect="1"/>
          </p:cNvPicPr>
          <p:nvPr/>
        </p:nvPicPr>
        <p:blipFill>
          <a:blip r:embed="rId3"/>
          <a:stretch>
            <a:fillRect/>
          </a:stretch>
        </p:blipFill>
        <p:spPr>
          <a:xfrm>
            <a:off x="1081595" y="3507811"/>
            <a:ext cx="5702797" cy="3318439"/>
          </a:xfrm>
          <a:prstGeom prst="rect">
            <a:avLst/>
          </a:prstGeom>
        </p:spPr>
      </p:pic>
      <p:pic>
        <p:nvPicPr>
          <p:cNvPr id="9" name="Picture 8">
            <a:extLst>
              <a:ext uri="{FF2B5EF4-FFF2-40B4-BE49-F238E27FC236}">
                <a16:creationId xmlns:a16="http://schemas.microsoft.com/office/drawing/2014/main" id="{D5D43FA1-D7DB-1706-0DDA-63AD95B21AE2}"/>
              </a:ext>
            </a:extLst>
          </p:cNvPr>
          <p:cNvPicPr>
            <a:picLocks noChangeAspect="1"/>
          </p:cNvPicPr>
          <p:nvPr/>
        </p:nvPicPr>
        <p:blipFill>
          <a:blip r:embed="rId4"/>
          <a:stretch>
            <a:fillRect/>
          </a:stretch>
        </p:blipFill>
        <p:spPr>
          <a:xfrm>
            <a:off x="6858000" y="-2"/>
            <a:ext cx="5334968" cy="3429001"/>
          </a:xfrm>
          <a:prstGeom prst="rect">
            <a:avLst/>
          </a:prstGeom>
        </p:spPr>
      </p:pic>
      <p:pic>
        <p:nvPicPr>
          <p:cNvPr id="13" name="Picture 12">
            <a:extLst>
              <a:ext uri="{FF2B5EF4-FFF2-40B4-BE49-F238E27FC236}">
                <a16:creationId xmlns:a16="http://schemas.microsoft.com/office/drawing/2014/main" id="{A9DF663E-2C85-CBDE-A436-FADAC8ED5850}"/>
              </a:ext>
            </a:extLst>
          </p:cNvPr>
          <p:cNvPicPr>
            <a:picLocks noChangeAspect="1"/>
          </p:cNvPicPr>
          <p:nvPr/>
        </p:nvPicPr>
        <p:blipFill>
          <a:blip r:embed="rId5"/>
          <a:stretch>
            <a:fillRect/>
          </a:stretch>
        </p:blipFill>
        <p:spPr>
          <a:xfrm>
            <a:off x="-1937" y="-2"/>
            <a:ext cx="6786330" cy="3419909"/>
          </a:xfrm>
          <a:prstGeom prst="rect">
            <a:avLst/>
          </a:prstGeom>
        </p:spPr>
      </p:pic>
    </p:spTree>
    <p:extLst>
      <p:ext uri="{BB962C8B-B14F-4D97-AF65-F5344CB8AC3E}">
        <p14:creationId xmlns:p14="http://schemas.microsoft.com/office/powerpoint/2010/main" val="27075658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6468194-4544-1C85-B4CD-01BA6C40ACED}"/>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8BEDCE30-AAEA-84E2-B673-DD6BA22078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73754" y="0"/>
            <a:ext cx="4618246"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57">
            <a:extLst>
              <a:ext uri="{FF2B5EF4-FFF2-40B4-BE49-F238E27FC236}">
                <a16:creationId xmlns:a16="http://schemas.microsoft.com/office/drawing/2014/main" id="{672489C5-56AF-A051-A61A-3B863C83F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txBody>
          <a:bodyPr/>
          <a:lstStyle/>
          <a:p>
            <a:endParaRPr lang="en-US"/>
          </a:p>
        </p:txBody>
      </p:sp>
      <p:sp>
        <p:nvSpPr>
          <p:cNvPr id="32" name="Rectangle 31">
            <a:extLst>
              <a:ext uri="{FF2B5EF4-FFF2-40B4-BE49-F238E27FC236}">
                <a16:creationId xmlns:a16="http://schemas.microsoft.com/office/drawing/2014/main" id="{1FB49591-F1D4-A10D-26D9-7496A09EB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0121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3" name="Rectangle 32">
            <a:extLst>
              <a:ext uri="{FF2B5EF4-FFF2-40B4-BE49-F238E27FC236}">
                <a16:creationId xmlns:a16="http://schemas.microsoft.com/office/drawing/2014/main" id="{A6E08FF5-3C45-FA61-F72B-F4D2C81067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65CD5254-6443-37D6-5B2F-AFF185A46E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825688"/>
            <a:ext cx="1009935" cy="26033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1A0234-DA90-53D9-81D5-F7FF741D6C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2798" y="3438099"/>
            <a:ext cx="5369202" cy="263399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173230-4BD9-0B9C-E994-D7CBBDE55453}"/>
              </a:ext>
            </a:extLst>
          </p:cNvPr>
          <p:cNvSpPr>
            <a:spLocks noGrp="1"/>
          </p:cNvSpPr>
          <p:nvPr>
            <p:ph type="title"/>
          </p:nvPr>
        </p:nvSpPr>
        <p:spPr>
          <a:xfrm>
            <a:off x="7352793" y="3649649"/>
            <a:ext cx="4367429" cy="1381449"/>
          </a:xfrm>
        </p:spPr>
        <p:txBody>
          <a:bodyPr vert="horz" lIns="109728" tIns="109728" rIns="109728" bIns="91440" rtlCol="0" anchor="ctr">
            <a:normAutofit/>
          </a:bodyPr>
          <a:lstStyle/>
          <a:p>
            <a:pPr>
              <a:lnSpc>
                <a:spcPct val="125000"/>
              </a:lnSpc>
            </a:pPr>
            <a:r>
              <a:rPr lang="en-US" sz="3300" b="0" cap="all"/>
              <a:t>Wiki-Vote Plots</a:t>
            </a:r>
          </a:p>
        </p:txBody>
      </p:sp>
      <p:sp>
        <p:nvSpPr>
          <p:cNvPr id="36" name="Rectangle 35">
            <a:extLst>
              <a:ext uri="{FF2B5EF4-FFF2-40B4-BE49-F238E27FC236}">
                <a16:creationId xmlns:a16="http://schemas.microsoft.com/office/drawing/2014/main" id="{4FDF0687-BF10-EF61-BF1B-909A87B6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39893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1983524A-E62F-F1E1-27BB-675ED45141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419907"/>
            <a:ext cx="1219200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FE675E52-1E75-780B-6190-BE9634724B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89BD5357-15FF-1DA7-2904-465FA0E4A6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25686"/>
            <a:ext cx="685800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8CAE2E7A-3B75-3B1B-1527-F4842EE77891}"/>
              </a:ext>
            </a:extLst>
          </p:cNvPr>
          <p:cNvPicPr>
            <a:picLocks noChangeAspect="1"/>
          </p:cNvPicPr>
          <p:nvPr/>
        </p:nvPicPr>
        <p:blipFill>
          <a:blip r:embed="rId3"/>
          <a:srcRect/>
          <a:stretch/>
        </p:blipFill>
        <p:spPr>
          <a:xfrm>
            <a:off x="1082308" y="3507811"/>
            <a:ext cx="5712651" cy="3318439"/>
          </a:xfrm>
          <a:prstGeom prst="rect">
            <a:avLst/>
          </a:prstGeom>
        </p:spPr>
      </p:pic>
      <p:pic>
        <p:nvPicPr>
          <p:cNvPr id="9" name="Picture 8">
            <a:extLst>
              <a:ext uri="{FF2B5EF4-FFF2-40B4-BE49-F238E27FC236}">
                <a16:creationId xmlns:a16="http://schemas.microsoft.com/office/drawing/2014/main" id="{B174FA81-B2A9-62C7-10E0-09E9250AC48B}"/>
              </a:ext>
            </a:extLst>
          </p:cNvPr>
          <p:cNvPicPr>
            <a:picLocks noChangeAspect="1"/>
          </p:cNvPicPr>
          <p:nvPr/>
        </p:nvPicPr>
        <p:blipFill>
          <a:blip r:embed="rId4"/>
          <a:srcRect/>
          <a:stretch/>
        </p:blipFill>
        <p:spPr>
          <a:xfrm>
            <a:off x="6858000" y="0"/>
            <a:ext cx="5334968" cy="3396011"/>
          </a:xfrm>
          <a:prstGeom prst="rect">
            <a:avLst/>
          </a:prstGeom>
        </p:spPr>
      </p:pic>
      <p:pic>
        <p:nvPicPr>
          <p:cNvPr id="13" name="Picture 12">
            <a:extLst>
              <a:ext uri="{FF2B5EF4-FFF2-40B4-BE49-F238E27FC236}">
                <a16:creationId xmlns:a16="http://schemas.microsoft.com/office/drawing/2014/main" id="{C027184B-8C78-4962-4F27-EEE0173EE79F}"/>
              </a:ext>
            </a:extLst>
          </p:cNvPr>
          <p:cNvPicPr>
            <a:picLocks noChangeAspect="1"/>
          </p:cNvPicPr>
          <p:nvPr/>
        </p:nvPicPr>
        <p:blipFill>
          <a:blip r:embed="rId5"/>
          <a:srcRect/>
          <a:stretch/>
        </p:blipFill>
        <p:spPr>
          <a:xfrm>
            <a:off x="-11534" y="-2"/>
            <a:ext cx="6795927" cy="3419909"/>
          </a:xfrm>
          <a:prstGeom prst="rect">
            <a:avLst/>
          </a:prstGeom>
        </p:spPr>
      </p:pic>
    </p:spTree>
    <p:extLst>
      <p:ext uri="{BB962C8B-B14F-4D97-AF65-F5344CB8AC3E}">
        <p14:creationId xmlns:p14="http://schemas.microsoft.com/office/powerpoint/2010/main" val="7999376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FE347D2-0DC7-B043-C184-C57EAD9DC264}"/>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D0FB363E-B9D0-7DFA-B6F6-3CFBA64EA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73754" y="0"/>
            <a:ext cx="4618246"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57">
            <a:extLst>
              <a:ext uri="{FF2B5EF4-FFF2-40B4-BE49-F238E27FC236}">
                <a16:creationId xmlns:a16="http://schemas.microsoft.com/office/drawing/2014/main" id="{981E3FC2-FF81-BF80-1BBB-E3C9532675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txBody>
          <a:bodyPr/>
          <a:lstStyle/>
          <a:p>
            <a:endParaRPr lang="en-US"/>
          </a:p>
        </p:txBody>
      </p:sp>
      <p:sp>
        <p:nvSpPr>
          <p:cNvPr id="32" name="Rectangle 31">
            <a:extLst>
              <a:ext uri="{FF2B5EF4-FFF2-40B4-BE49-F238E27FC236}">
                <a16:creationId xmlns:a16="http://schemas.microsoft.com/office/drawing/2014/main" id="{017EF253-83DE-66CC-DD5F-8383AE1589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0121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3" name="Rectangle 32">
            <a:extLst>
              <a:ext uri="{FF2B5EF4-FFF2-40B4-BE49-F238E27FC236}">
                <a16:creationId xmlns:a16="http://schemas.microsoft.com/office/drawing/2014/main" id="{678D56EA-C757-8236-E178-8D3F247706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ADC2A0C1-0747-0EA0-211F-D11251F3DE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825688"/>
            <a:ext cx="1009935" cy="26033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FC6FABC8-B22B-66E9-F7AC-DDAF19097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2798" y="3438099"/>
            <a:ext cx="5369202" cy="263399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94836E6-E5FE-562A-4719-0123C30C524F}"/>
              </a:ext>
            </a:extLst>
          </p:cNvPr>
          <p:cNvSpPr>
            <a:spLocks noGrp="1"/>
          </p:cNvSpPr>
          <p:nvPr>
            <p:ph type="title"/>
          </p:nvPr>
        </p:nvSpPr>
        <p:spPr>
          <a:xfrm>
            <a:off x="7352793" y="3649649"/>
            <a:ext cx="4367429" cy="1381449"/>
          </a:xfrm>
        </p:spPr>
        <p:txBody>
          <a:bodyPr vert="horz" lIns="109728" tIns="109728" rIns="109728" bIns="91440" rtlCol="0" anchor="ctr">
            <a:normAutofit fontScale="90000"/>
          </a:bodyPr>
          <a:lstStyle/>
          <a:p>
            <a:pPr>
              <a:lnSpc>
                <a:spcPct val="125000"/>
              </a:lnSpc>
            </a:pPr>
            <a:r>
              <a:rPr lang="en-US" sz="3300" b="0" cap="all" dirty="0"/>
              <a:t>Erdos-</a:t>
            </a:r>
            <a:r>
              <a:rPr lang="en-US" sz="3300" b="0" cap="all" dirty="0" err="1"/>
              <a:t>Renyi</a:t>
            </a:r>
            <a:r>
              <a:rPr lang="en-US" sz="3300" b="0" cap="all" dirty="0"/>
              <a:t> Plots</a:t>
            </a:r>
          </a:p>
        </p:txBody>
      </p:sp>
      <p:sp>
        <p:nvSpPr>
          <p:cNvPr id="36" name="Rectangle 35">
            <a:extLst>
              <a:ext uri="{FF2B5EF4-FFF2-40B4-BE49-F238E27FC236}">
                <a16:creationId xmlns:a16="http://schemas.microsoft.com/office/drawing/2014/main" id="{075DF11E-FABA-E5CB-9E05-421D4D4833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39893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20399AD6-D266-CCF9-CE45-8F03979A23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419907"/>
            <a:ext cx="1219200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492A144B-5C0A-85EC-2068-FE8F84939A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862ACC0F-9D1E-9D53-13A2-F7F58D6A6C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25686"/>
            <a:ext cx="685800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BF4877D4-9C18-EC7D-FC9A-0B6264F8AACB}"/>
              </a:ext>
            </a:extLst>
          </p:cNvPr>
          <p:cNvPicPr>
            <a:picLocks noChangeAspect="1"/>
          </p:cNvPicPr>
          <p:nvPr/>
        </p:nvPicPr>
        <p:blipFill>
          <a:blip r:embed="rId3"/>
          <a:srcRect/>
          <a:stretch/>
        </p:blipFill>
        <p:spPr>
          <a:xfrm>
            <a:off x="1070774" y="3507811"/>
            <a:ext cx="5713619" cy="3318439"/>
          </a:xfrm>
          <a:prstGeom prst="rect">
            <a:avLst/>
          </a:prstGeom>
        </p:spPr>
      </p:pic>
      <p:pic>
        <p:nvPicPr>
          <p:cNvPr id="9" name="Picture 8">
            <a:extLst>
              <a:ext uri="{FF2B5EF4-FFF2-40B4-BE49-F238E27FC236}">
                <a16:creationId xmlns:a16="http://schemas.microsoft.com/office/drawing/2014/main" id="{C6ABDA2C-2CC7-3BA9-E824-4E568E79FFD7}"/>
              </a:ext>
            </a:extLst>
          </p:cNvPr>
          <p:cNvPicPr>
            <a:picLocks noChangeAspect="1"/>
          </p:cNvPicPr>
          <p:nvPr/>
        </p:nvPicPr>
        <p:blipFill>
          <a:blip r:embed="rId4"/>
          <a:srcRect/>
          <a:stretch/>
        </p:blipFill>
        <p:spPr>
          <a:xfrm>
            <a:off x="6858000" y="-8"/>
            <a:ext cx="5334968" cy="3419909"/>
          </a:xfrm>
          <a:prstGeom prst="rect">
            <a:avLst/>
          </a:prstGeom>
        </p:spPr>
      </p:pic>
      <p:pic>
        <p:nvPicPr>
          <p:cNvPr id="13" name="Picture 12">
            <a:extLst>
              <a:ext uri="{FF2B5EF4-FFF2-40B4-BE49-F238E27FC236}">
                <a16:creationId xmlns:a16="http://schemas.microsoft.com/office/drawing/2014/main" id="{6EA95DF1-AC4C-11D4-7896-CF756831E673}"/>
              </a:ext>
            </a:extLst>
          </p:cNvPr>
          <p:cNvPicPr>
            <a:picLocks noChangeAspect="1"/>
          </p:cNvPicPr>
          <p:nvPr/>
        </p:nvPicPr>
        <p:blipFill>
          <a:blip r:embed="rId5"/>
          <a:srcRect/>
          <a:stretch/>
        </p:blipFill>
        <p:spPr>
          <a:xfrm>
            <a:off x="0" y="-2"/>
            <a:ext cx="6784393" cy="3419909"/>
          </a:xfrm>
          <a:prstGeom prst="rect">
            <a:avLst/>
          </a:prstGeom>
        </p:spPr>
      </p:pic>
    </p:spTree>
    <p:extLst>
      <p:ext uri="{BB962C8B-B14F-4D97-AF65-F5344CB8AC3E}">
        <p14:creationId xmlns:p14="http://schemas.microsoft.com/office/powerpoint/2010/main" val="8164650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E0ACE996-4A71-B891-3F49-190598146D67}"/>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B47B7AEB-286F-BEA7-E01D-ACB8262E2A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73754" y="0"/>
            <a:ext cx="4618246"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57">
            <a:extLst>
              <a:ext uri="{FF2B5EF4-FFF2-40B4-BE49-F238E27FC236}">
                <a16:creationId xmlns:a16="http://schemas.microsoft.com/office/drawing/2014/main" id="{3A1B5CB3-A24E-B06C-8D1D-080DF6C95D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txBody>
          <a:bodyPr/>
          <a:lstStyle/>
          <a:p>
            <a:endParaRPr lang="en-US"/>
          </a:p>
        </p:txBody>
      </p:sp>
      <p:sp>
        <p:nvSpPr>
          <p:cNvPr id="32" name="Rectangle 31">
            <a:extLst>
              <a:ext uri="{FF2B5EF4-FFF2-40B4-BE49-F238E27FC236}">
                <a16:creationId xmlns:a16="http://schemas.microsoft.com/office/drawing/2014/main" id="{82E3E447-2384-39EC-96E4-9E1711A74E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0121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3" name="Rectangle 32">
            <a:extLst>
              <a:ext uri="{FF2B5EF4-FFF2-40B4-BE49-F238E27FC236}">
                <a16:creationId xmlns:a16="http://schemas.microsoft.com/office/drawing/2014/main" id="{7C30E13A-3CCF-492B-CC45-08C90A7160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0D803BFA-9C4F-EAB9-5790-60B26A2D8F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825688"/>
            <a:ext cx="1009935" cy="26033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E2AD21C8-18EB-1D2F-E9F8-918EC93A4D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2798" y="3438099"/>
            <a:ext cx="5369202" cy="263399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267136-B734-09AE-9BFA-9E3927F6D2F4}"/>
              </a:ext>
            </a:extLst>
          </p:cNvPr>
          <p:cNvSpPr>
            <a:spLocks noGrp="1"/>
          </p:cNvSpPr>
          <p:nvPr>
            <p:ph type="title"/>
          </p:nvPr>
        </p:nvSpPr>
        <p:spPr>
          <a:xfrm>
            <a:off x="7352793" y="3649649"/>
            <a:ext cx="4367429" cy="1381449"/>
          </a:xfrm>
        </p:spPr>
        <p:txBody>
          <a:bodyPr vert="horz" lIns="109728" tIns="109728" rIns="109728" bIns="91440" rtlCol="0" anchor="ctr">
            <a:normAutofit fontScale="90000"/>
          </a:bodyPr>
          <a:lstStyle/>
          <a:p>
            <a:pPr>
              <a:lnSpc>
                <a:spcPct val="125000"/>
              </a:lnSpc>
            </a:pPr>
            <a:r>
              <a:rPr lang="en-US" sz="3300" b="0" cap="all" dirty="0"/>
              <a:t>Erdos-</a:t>
            </a:r>
            <a:r>
              <a:rPr lang="en-US" sz="3300" b="0" cap="all" dirty="0" err="1"/>
              <a:t>Renyi</a:t>
            </a:r>
            <a:r>
              <a:rPr lang="en-US" sz="3300" b="0" cap="all" dirty="0"/>
              <a:t> Plots</a:t>
            </a:r>
          </a:p>
        </p:txBody>
      </p:sp>
      <p:sp>
        <p:nvSpPr>
          <p:cNvPr id="36" name="Rectangle 35">
            <a:extLst>
              <a:ext uri="{FF2B5EF4-FFF2-40B4-BE49-F238E27FC236}">
                <a16:creationId xmlns:a16="http://schemas.microsoft.com/office/drawing/2014/main" id="{75192A56-2806-44AC-E5ED-36534E7C47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39893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DA53B6DB-5EE7-CCB8-0E35-2753F4DE11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419907"/>
            <a:ext cx="1219200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E0F5FEAE-676D-7133-AFF0-87C87C2CBF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88A1D8F8-5C70-6102-B667-EAF1180CEB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25686"/>
            <a:ext cx="685800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15A47FCF-CDD9-C4EE-9965-B9A080212E8D}"/>
              </a:ext>
            </a:extLst>
          </p:cNvPr>
          <p:cNvPicPr>
            <a:picLocks noChangeAspect="1"/>
          </p:cNvPicPr>
          <p:nvPr/>
        </p:nvPicPr>
        <p:blipFill>
          <a:blip r:embed="rId3"/>
          <a:srcRect/>
          <a:stretch/>
        </p:blipFill>
        <p:spPr>
          <a:xfrm>
            <a:off x="1070774" y="3507811"/>
            <a:ext cx="5713619" cy="3318438"/>
          </a:xfrm>
          <a:prstGeom prst="rect">
            <a:avLst/>
          </a:prstGeom>
        </p:spPr>
      </p:pic>
      <p:pic>
        <p:nvPicPr>
          <p:cNvPr id="9" name="Picture 8">
            <a:extLst>
              <a:ext uri="{FF2B5EF4-FFF2-40B4-BE49-F238E27FC236}">
                <a16:creationId xmlns:a16="http://schemas.microsoft.com/office/drawing/2014/main" id="{16E80841-8C01-614C-E559-67FA05DA201A}"/>
              </a:ext>
            </a:extLst>
          </p:cNvPr>
          <p:cNvPicPr>
            <a:picLocks noChangeAspect="1"/>
          </p:cNvPicPr>
          <p:nvPr/>
        </p:nvPicPr>
        <p:blipFill>
          <a:blip r:embed="rId4"/>
          <a:srcRect/>
          <a:stretch/>
        </p:blipFill>
        <p:spPr>
          <a:xfrm>
            <a:off x="6858001" y="-23896"/>
            <a:ext cx="5334966" cy="3452895"/>
          </a:xfrm>
          <a:prstGeom prst="rect">
            <a:avLst/>
          </a:prstGeom>
        </p:spPr>
      </p:pic>
      <p:pic>
        <p:nvPicPr>
          <p:cNvPr id="13" name="Picture 12">
            <a:extLst>
              <a:ext uri="{FF2B5EF4-FFF2-40B4-BE49-F238E27FC236}">
                <a16:creationId xmlns:a16="http://schemas.microsoft.com/office/drawing/2014/main" id="{993C678E-7ABC-19D0-86EF-EEF91BA5A739}"/>
              </a:ext>
            </a:extLst>
          </p:cNvPr>
          <p:cNvPicPr>
            <a:picLocks noChangeAspect="1"/>
          </p:cNvPicPr>
          <p:nvPr/>
        </p:nvPicPr>
        <p:blipFill>
          <a:blip r:embed="rId5"/>
          <a:srcRect/>
          <a:stretch/>
        </p:blipFill>
        <p:spPr>
          <a:xfrm>
            <a:off x="-11536" y="-2"/>
            <a:ext cx="6834333" cy="3419908"/>
          </a:xfrm>
          <a:prstGeom prst="rect">
            <a:avLst/>
          </a:prstGeom>
        </p:spPr>
      </p:pic>
    </p:spTree>
    <p:extLst>
      <p:ext uri="{BB962C8B-B14F-4D97-AF65-F5344CB8AC3E}">
        <p14:creationId xmlns:p14="http://schemas.microsoft.com/office/powerpoint/2010/main" val="27764012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D81B375-03F7-5705-21C2-871B430BEFE9}"/>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1ED69555-EE48-4B19-812B-4E1068DBF9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73754" y="0"/>
            <a:ext cx="4618246"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57">
            <a:extLst>
              <a:ext uri="{FF2B5EF4-FFF2-40B4-BE49-F238E27FC236}">
                <a16:creationId xmlns:a16="http://schemas.microsoft.com/office/drawing/2014/main" id="{57AEB73D-F521-4B19-820F-12DB6BCC84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txBody>
          <a:bodyPr/>
          <a:lstStyle/>
          <a:p>
            <a:endParaRPr lang="en-US"/>
          </a:p>
        </p:txBody>
      </p:sp>
      <p:sp>
        <p:nvSpPr>
          <p:cNvPr id="19" name="Rectangle 18">
            <a:extLst>
              <a:ext uri="{FF2B5EF4-FFF2-40B4-BE49-F238E27FC236}">
                <a16:creationId xmlns:a16="http://schemas.microsoft.com/office/drawing/2014/main" id="{6B72EEBA-3A5D-41CE-8465-A45A0F6567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0121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Rectangle 20">
            <a:extLst>
              <a:ext uri="{FF2B5EF4-FFF2-40B4-BE49-F238E27FC236}">
                <a16:creationId xmlns:a16="http://schemas.microsoft.com/office/drawing/2014/main" id="{EA164D6B-6878-4B9F-A2D0-985D39B17B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362F176A-9349-4CD7-8042-59C0200C8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41096" cy="10565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64738AB-B6BE-4867-889A-52CE4AC8DB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095508"/>
            <a:ext cx="4603482" cy="5016893"/>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6C2634-46DD-6D2B-4865-9368BF7C6E79}"/>
              </a:ext>
            </a:extLst>
          </p:cNvPr>
          <p:cNvSpPr>
            <a:spLocks noGrp="1"/>
          </p:cNvSpPr>
          <p:nvPr>
            <p:ph type="title"/>
          </p:nvPr>
        </p:nvSpPr>
        <p:spPr>
          <a:xfrm>
            <a:off x="548640" y="1709530"/>
            <a:ext cx="3754671" cy="2528515"/>
          </a:xfrm>
        </p:spPr>
        <p:txBody>
          <a:bodyPr vert="horz" lIns="109728" tIns="109728" rIns="109728" bIns="91440" rtlCol="0" anchor="b">
            <a:normAutofit/>
          </a:bodyPr>
          <a:lstStyle/>
          <a:p>
            <a:pPr>
              <a:lnSpc>
                <a:spcPct val="125000"/>
              </a:lnSpc>
            </a:pPr>
            <a:r>
              <a:rPr lang="en-US" sz="3600" b="0" cap="all">
                <a:solidFill>
                  <a:schemeClr val="tx2"/>
                </a:solidFill>
              </a:rPr>
              <a:t>Barabasi-Albert Plots</a:t>
            </a:r>
          </a:p>
        </p:txBody>
      </p:sp>
      <p:sp>
        <p:nvSpPr>
          <p:cNvPr id="27" name="Rectangle 26">
            <a:extLst>
              <a:ext uri="{FF2B5EF4-FFF2-40B4-BE49-F238E27FC236}">
                <a16:creationId xmlns:a16="http://schemas.microsoft.com/office/drawing/2014/main" id="{4E9A171F-91A7-42F8-B25C-E38B244E7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1031500"/>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985AAE23-FCB6-4663-907C-0110B0FDC5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167615"/>
            <a:ext cx="4603482" cy="690385"/>
          </a:xfrm>
          <a:prstGeom prst="rect">
            <a:avLst/>
          </a:prstGeom>
          <a:solidFill>
            <a:schemeClr val="bg2">
              <a:lumMod val="9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57851D67-7085-40E2-B146-F91433A28E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7344" y="6123441"/>
            <a:ext cx="7534656" cy="73455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9C969C2C-E7E3-4052-87D4-61E733EC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6112401"/>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7C60369F-A41B-4D6E-8990-30E2715C57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11360"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56A898E0-0F1C-4CD6-BBAB-3A481A2F02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00792" y="1057665"/>
            <a:ext cx="64008" cy="506577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19F71D3E-0832-4789-A561-3A3C31901C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8200" y="3572836"/>
            <a:ext cx="754380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A326FD97-3E89-A4F3-E2C7-2E4473834A8C}"/>
              </a:ext>
            </a:extLst>
          </p:cNvPr>
          <p:cNvPicPr>
            <a:picLocks noChangeAspect="1"/>
          </p:cNvPicPr>
          <p:nvPr/>
        </p:nvPicPr>
        <p:blipFill>
          <a:blip r:embed="rId3"/>
          <a:stretch>
            <a:fillRect/>
          </a:stretch>
        </p:blipFill>
        <p:spPr>
          <a:xfrm>
            <a:off x="4667251" y="1095375"/>
            <a:ext cx="3733541" cy="2486730"/>
          </a:xfrm>
          <a:prstGeom prst="rect">
            <a:avLst/>
          </a:prstGeom>
        </p:spPr>
      </p:pic>
      <p:pic>
        <p:nvPicPr>
          <p:cNvPr id="14" name="Picture 13">
            <a:extLst>
              <a:ext uri="{FF2B5EF4-FFF2-40B4-BE49-F238E27FC236}">
                <a16:creationId xmlns:a16="http://schemas.microsoft.com/office/drawing/2014/main" id="{04A3139A-DF79-473F-BC6F-68DFEB8DB5F1}"/>
              </a:ext>
            </a:extLst>
          </p:cNvPr>
          <p:cNvPicPr>
            <a:picLocks noChangeAspect="1"/>
          </p:cNvPicPr>
          <p:nvPr/>
        </p:nvPicPr>
        <p:blipFill>
          <a:blip r:embed="rId4"/>
          <a:stretch>
            <a:fillRect/>
          </a:stretch>
        </p:blipFill>
        <p:spPr>
          <a:xfrm>
            <a:off x="8483992" y="1095375"/>
            <a:ext cx="3762375" cy="2486730"/>
          </a:xfrm>
          <a:prstGeom prst="rect">
            <a:avLst/>
          </a:prstGeom>
        </p:spPr>
      </p:pic>
      <p:pic>
        <p:nvPicPr>
          <p:cNvPr id="18" name="Picture 17">
            <a:extLst>
              <a:ext uri="{FF2B5EF4-FFF2-40B4-BE49-F238E27FC236}">
                <a16:creationId xmlns:a16="http://schemas.microsoft.com/office/drawing/2014/main" id="{0180BB19-8994-D49D-D6CA-ACE0529ACC16}"/>
              </a:ext>
            </a:extLst>
          </p:cNvPr>
          <p:cNvPicPr>
            <a:picLocks noChangeAspect="1"/>
          </p:cNvPicPr>
          <p:nvPr/>
        </p:nvPicPr>
        <p:blipFill>
          <a:blip r:embed="rId5"/>
          <a:stretch>
            <a:fillRect/>
          </a:stretch>
        </p:blipFill>
        <p:spPr>
          <a:xfrm>
            <a:off x="4657725" y="3636843"/>
            <a:ext cx="3743066" cy="2475556"/>
          </a:xfrm>
          <a:prstGeom prst="rect">
            <a:avLst/>
          </a:prstGeom>
        </p:spPr>
      </p:pic>
      <p:pic>
        <p:nvPicPr>
          <p:cNvPr id="22" name="Picture 21">
            <a:extLst>
              <a:ext uri="{FF2B5EF4-FFF2-40B4-BE49-F238E27FC236}">
                <a16:creationId xmlns:a16="http://schemas.microsoft.com/office/drawing/2014/main" id="{5736BFEE-2125-DBE1-9F15-3B214421FBDE}"/>
              </a:ext>
            </a:extLst>
          </p:cNvPr>
          <p:cNvPicPr>
            <a:picLocks noChangeAspect="1"/>
          </p:cNvPicPr>
          <p:nvPr/>
        </p:nvPicPr>
        <p:blipFill>
          <a:blip r:embed="rId6"/>
          <a:stretch>
            <a:fillRect/>
          </a:stretch>
        </p:blipFill>
        <p:spPr>
          <a:xfrm>
            <a:off x="8456809" y="3636843"/>
            <a:ext cx="3734413" cy="2475556"/>
          </a:xfrm>
          <a:prstGeom prst="rect">
            <a:avLst/>
          </a:prstGeom>
        </p:spPr>
      </p:pic>
    </p:spTree>
    <p:extLst>
      <p:ext uri="{BB962C8B-B14F-4D97-AF65-F5344CB8AC3E}">
        <p14:creationId xmlns:p14="http://schemas.microsoft.com/office/powerpoint/2010/main" val="13692716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DCA56-FD30-C529-4A6E-9D393AE9FCB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72FAFD8-17C9-FAE7-183B-4DF32FE1A72D}"/>
              </a:ext>
            </a:extLst>
          </p:cNvPr>
          <p:cNvSpPr>
            <a:spLocks noGrp="1"/>
          </p:cNvSpPr>
          <p:nvPr>
            <p:ph type="title"/>
          </p:nvPr>
        </p:nvSpPr>
        <p:spPr>
          <a:xfrm>
            <a:off x="72412" y="1184123"/>
            <a:ext cx="8166322" cy="631469"/>
          </a:xfrm>
        </p:spPr>
        <p:txBody>
          <a:bodyPr>
            <a:normAutofit fontScale="90000"/>
          </a:bodyPr>
          <a:lstStyle/>
          <a:p>
            <a:r>
              <a:rPr lang="en-US" dirty="0"/>
              <a:t>What type of Network is Wiki-Vote?</a:t>
            </a:r>
          </a:p>
        </p:txBody>
      </p:sp>
      <p:sp>
        <p:nvSpPr>
          <p:cNvPr id="5" name="Content Placeholder 4">
            <a:extLst>
              <a:ext uri="{FF2B5EF4-FFF2-40B4-BE49-F238E27FC236}">
                <a16:creationId xmlns:a16="http://schemas.microsoft.com/office/drawing/2014/main" id="{BA1B7554-C579-C30C-8464-3BA98C66755B}"/>
              </a:ext>
            </a:extLst>
          </p:cNvPr>
          <p:cNvSpPr>
            <a:spLocks noGrp="1"/>
          </p:cNvSpPr>
          <p:nvPr>
            <p:ph sz="quarter" idx="14"/>
          </p:nvPr>
        </p:nvSpPr>
        <p:spPr>
          <a:xfrm>
            <a:off x="847112" y="2973056"/>
            <a:ext cx="6290288" cy="4380244"/>
          </a:xfrm>
        </p:spPr>
        <p:txBody>
          <a:bodyPr>
            <a:normAutofit/>
          </a:bodyPr>
          <a:lstStyle/>
          <a:p>
            <a:r>
              <a:rPr lang="en-US" dirty="0"/>
              <a:t>When interpreting the results we got, we come to the conclusion that the Wiki-Vote network is a Scale-Free one, because of multiple factors</a:t>
            </a:r>
          </a:p>
        </p:txBody>
      </p:sp>
      <p:pic>
        <p:nvPicPr>
          <p:cNvPr id="2" name="Graphic 1" descr="User Crown Male with solid fill">
            <a:extLst>
              <a:ext uri="{FF2B5EF4-FFF2-40B4-BE49-F238E27FC236}">
                <a16:creationId xmlns:a16="http://schemas.microsoft.com/office/drawing/2014/main" id="{AA47773D-13A2-36D5-F174-7497CCC44C3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110458" y="1677656"/>
            <a:ext cx="1751343" cy="1751343"/>
          </a:xfrm>
          <a:prstGeom prst="rect">
            <a:avLst/>
          </a:prstGeom>
        </p:spPr>
      </p:pic>
      <p:pic>
        <p:nvPicPr>
          <p:cNvPr id="3" name="Graphic 2" descr="User with solid fill">
            <a:extLst>
              <a:ext uri="{FF2B5EF4-FFF2-40B4-BE49-F238E27FC236}">
                <a16:creationId xmlns:a16="http://schemas.microsoft.com/office/drawing/2014/main" id="{E9A156A0-D529-46F9-0A7D-0C5773637D0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732776" y="4071941"/>
            <a:ext cx="1751343" cy="1751343"/>
          </a:xfrm>
          <a:prstGeom prst="rect">
            <a:avLst/>
          </a:prstGeom>
        </p:spPr>
      </p:pic>
    </p:spTree>
    <p:extLst>
      <p:ext uri="{BB962C8B-B14F-4D97-AF65-F5344CB8AC3E}">
        <p14:creationId xmlns:p14="http://schemas.microsoft.com/office/powerpoint/2010/main" val="33702680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4AE62-C791-ED35-645F-48D2F8C8C8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B56464-43CA-844E-C38D-B6794B107307}"/>
              </a:ext>
            </a:extLst>
          </p:cNvPr>
          <p:cNvSpPr>
            <a:spLocks noGrp="1"/>
          </p:cNvSpPr>
          <p:nvPr>
            <p:ph type="title"/>
          </p:nvPr>
        </p:nvSpPr>
        <p:spPr>
          <a:xfrm>
            <a:off x="4506511" y="1409968"/>
            <a:ext cx="7042570" cy="659463"/>
          </a:xfrm>
        </p:spPr>
        <p:txBody>
          <a:bodyPr/>
          <a:lstStyle/>
          <a:p>
            <a:r>
              <a:rPr lang="en-US" dirty="0"/>
              <a:t>Degree Distribution</a:t>
            </a:r>
          </a:p>
        </p:txBody>
      </p:sp>
      <p:sp>
        <p:nvSpPr>
          <p:cNvPr id="3" name="Content Placeholder 2">
            <a:extLst>
              <a:ext uri="{FF2B5EF4-FFF2-40B4-BE49-F238E27FC236}">
                <a16:creationId xmlns:a16="http://schemas.microsoft.com/office/drawing/2014/main" id="{858F9CE5-036A-7018-39AF-2A4E05DEDB44}"/>
              </a:ext>
            </a:extLst>
          </p:cNvPr>
          <p:cNvSpPr>
            <a:spLocks noGrp="1"/>
          </p:cNvSpPr>
          <p:nvPr>
            <p:ph sz="quarter" idx="16"/>
          </p:nvPr>
        </p:nvSpPr>
        <p:spPr>
          <a:xfrm>
            <a:off x="4506741" y="2229853"/>
            <a:ext cx="7042335" cy="3571562"/>
          </a:xfrm>
        </p:spPr>
        <p:txBody>
          <a:bodyPr>
            <a:normAutofit/>
          </a:bodyPr>
          <a:lstStyle/>
          <a:p>
            <a:r>
              <a:rPr lang="en-US" sz="2000" dirty="0"/>
              <a:t>The plot doesn't look like a bell curve (like Erdos-</a:t>
            </a:r>
            <a:r>
              <a:rPr lang="en-US" sz="2000" dirty="0" err="1"/>
              <a:t>Renyi</a:t>
            </a:r>
            <a:r>
              <a:rPr lang="en-US" sz="2000" dirty="0"/>
              <a:t> network), it looks like a steep drop-off (a power-law distribution). Most Wikipedia users vote very few times, but a tiny group of voters (possibly already existing admins) cast hundreds of votes.</a:t>
            </a:r>
          </a:p>
        </p:txBody>
      </p:sp>
      <p:pic>
        <p:nvPicPr>
          <p:cNvPr id="5" name="Graphic 4" descr="User Crown Male with solid fill">
            <a:extLst>
              <a:ext uri="{FF2B5EF4-FFF2-40B4-BE49-F238E27FC236}">
                <a16:creationId xmlns:a16="http://schemas.microsoft.com/office/drawing/2014/main" id="{D2559028-2342-9730-6F27-0C4A64774F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8622" y="1775053"/>
            <a:ext cx="914400" cy="914400"/>
          </a:xfrm>
          <a:prstGeom prst="rect">
            <a:avLst/>
          </a:prstGeom>
        </p:spPr>
      </p:pic>
      <p:pic>
        <p:nvPicPr>
          <p:cNvPr id="7" name="Graphic 6" descr="User with solid fill">
            <a:extLst>
              <a:ext uri="{FF2B5EF4-FFF2-40B4-BE49-F238E27FC236}">
                <a16:creationId xmlns:a16="http://schemas.microsoft.com/office/drawing/2014/main" id="{BBAE622F-DC9F-E5B7-CDB1-AD0A47AA664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048" y="3729884"/>
            <a:ext cx="914400" cy="914400"/>
          </a:xfrm>
          <a:prstGeom prst="rect">
            <a:avLst/>
          </a:prstGeom>
        </p:spPr>
      </p:pic>
      <p:pic>
        <p:nvPicPr>
          <p:cNvPr id="8" name="Graphic 7" descr="User with solid fill">
            <a:extLst>
              <a:ext uri="{FF2B5EF4-FFF2-40B4-BE49-F238E27FC236}">
                <a16:creationId xmlns:a16="http://schemas.microsoft.com/office/drawing/2014/main" id="{D61444D0-9180-BB12-4461-BA7CB9DF508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37400" y="4187084"/>
            <a:ext cx="914400" cy="914400"/>
          </a:xfrm>
          <a:prstGeom prst="rect">
            <a:avLst/>
          </a:prstGeom>
        </p:spPr>
      </p:pic>
      <p:pic>
        <p:nvPicPr>
          <p:cNvPr id="9" name="Graphic 8" descr="User with solid fill">
            <a:extLst>
              <a:ext uri="{FF2B5EF4-FFF2-40B4-BE49-F238E27FC236}">
                <a16:creationId xmlns:a16="http://schemas.microsoft.com/office/drawing/2014/main" id="{F472FE03-93DF-D5D5-4625-5C4DB1B9108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60557" y="1664502"/>
            <a:ext cx="914400" cy="914400"/>
          </a:xfrm>
          <a:prstGeom prst="rect">
            <a:avLst/>
          </a:prstGeom>
        </p:spPr>
      </p:pic>
      <p:cxnSp>
        <p:nvCxnSpPr>
          <p:cNvPr id="15" name="Straight Arrow Connector 14">
            <a:extLst>
              <a:ext uri="{FF2B5EF4-FFF2-40B4-BE49-F238E27FC236}">
                <a16:creationId xmlns:a16="http://schemas.microsoft.com/office/drawing/2014/main" id="{759962AB-2A85-BFC6-92A4-0FE8B2DC9185}"/>
              </a:ext>
            </a:extLst>
          </p:cNvPr>
          <p:cNvCxnSpPr>
            <a:stCxn id="5" idx="2"/>
          </p:cNvCxnSpPr>
          <p:nvPr/>
        </p:nvCxnSpPr>
        <p:spPr>
          <a:xfrm>
            <a:off x="1185822" y="2689453"/>
            <a:ext cx="1251578" cy="14976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40F4C816-DB91-B45F-48FA-DB7134A404E1}"/>
              </a:ext>
            </a:extLst>
          </p:cNvPr>
          <p:cNvCxnSpPr/>
          <p:nvPr/>
        </p:nvCxnSpPr>
        <p:spPr>
          <a:xfrm flipH="1">
            <a:off x="3048000" y="2578902"/>
            <a:ext cx="169757" cy="14367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FD0FDF56-4B2B-B79C-F68A-5395FF670EB9}"/>
              </a:ext>
            </a:extLst>
          </p:cNvPr>
          <p:cNvCxnSpPr/>
          <p:nvPr/>
        </p:nvCxnSpPr>
        <p:spPr>
          <a:xfrm flipV="1">
            <a:off x="728622" y="2689453"/>
            <a:ext cx="404826" cy="10404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80B645EE-B7EC-17F2-24C1-F69206661C12}"/>
              </a:ext>
            </a:extLst>
          </p:cNvPr>
          <p:cNvCxnSpPr/>
          <p:nvPr/>
        </p:nvCxnSpPr>
        <p:spPr>
          <a:xfrm flipV="1">
            <a:off x="2760557" y="2578902"/>
            <a:ext cx="287443" cy="16081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B23EB81A-8E8E-0053-BD32-1E157660162D}"/>
              </a:ext>
            </a:extLst>
          </p:cNvPr>
          <p:cNvCxnSpPr/>
          <p:nvPr/>
        </p:nvCxnSpPr>
        <p:spPr>
          <a:xfrm flipV="1">
            <a:off x="1028700" y="2400300"/>
            <a:ext cx="1731857" cy="16153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1504227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8EE12-69AD-99EF-1C78-7900E91082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214CD3-830B-2BA0-F767-9698CF4C5135}"/>
              </a:ext>
            </a:extLst>
          </p:cNvPr>
          <p:cNvSpPr>
            <a:spLocks noGrp="1"/>
          </p:cNvSpPr>
          <p:nvPr>
            <p:ph type="title"/>
          </p:nvPr>
        </p:nvSpPr>
        <p:spPr>
          <a:xfrm>
            <a:off x="4506741" y="1570390"/>
            <a:ext cx="7042570" cy="659463"/>
          </a:xfrm>
        </p:spPr>
        <p:txBody>
          <a:bodyPr/>
          <a:lstStyle/>
          <a:p>
            <a:r>
              <a:rPr lang="en-US" dirty="0"/>
              <a:t>Clustering Coefficient Distribution</a:t>
            </a:r>
          </a:p>
        </p:txBody>
      </p:sp>
      <p:sp>
        <p:nvSpPr>
          <p:cNvPr id="3" name="Content Placeholder 2">
            <a:extLst>
              <a:ext uri="{FF2B5EF4-FFF2-40B4-BE49-F238E27FC236}">
                <a16:creationId xmlns:a16="http://schemas.microsoft.com/office/drawing/2014/main" id="{FC813033-7B8E-3600-D5DD-D183DB698B84}"/>
              </a:ext>
            </a:extLst>
          </p:cNvPr>
          <p:cNvSpPr>
            <a:spLocks noGrp="1"/>
          </p:cNvSpPr>
          <p:nvPr>
            <p:ph sz="quarter" idx="16"/>
          </p:nvPr>
        </p:nvSpPr>
        <p:spPr>
          <a:xfrm>
            <a:off x="4506741" y="2229853"/>
            <a:ext cx="7042335" cy="3571562"/>
          </a:xfrm>
        </p:spPr>
        <p:txBody>
          <a:bodyPr>
            <a:normAutofit lnSpcReduction="10000"/>
          </a:bodyPr>
          <a:lstStyle/>
          <a:p>
            <a:r>
              <a:rPr lang="en-US" sz="2000" dirty="0"/>
              <a:t>The real network has a wide, spread-out distribution reaching all the way to 1.0, with a notable mass of nodes having very high clustering. This means tightly-knit communities exist (groups of Wikipedia users who all voted for each other). The ER network's clustering is compressed near zero (max of 0.025), which is what you'd expect from random connections, which is the case for the BA network as well.</a:t>
            </a:r>
          </a:p>
          <a:p>
            <a:endParaRPr lang="en-US" dirty="0"/>
          </a:p>
        </p:txBody>
      </p:sp>
      <p:pic>
        <p:nvPicPr>
          <p:cNvPr id="5" name="Graphic 4" descr="User Crown Male with solid fill">
            <a:extLst>
              <a:ext uri="{FF2B5EF4-FFF2-40B4-BE49-F238E27FC236}">
                <a16:creationId xmlns:a16="http://schemas.microsoft.com/office/drawing/2014/main" id="{BAE354DF-A2EC-6841-DC21-80CF61B516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8622" y="1775053"/>
            <a:ext cx="914400" cy="914400"/>
          </a:xfrm>
          <a:prstGeom prst="rect">
            <a:avLst/>
          </a:prstGeom>
        </p:spPr>
      </p:pic>
      <p:pic>
        <p:nvPicPr>
          <p:cNvPr id="7" name="Graphic 6" descr="User with solid fill">
            <a:extLst>
              <a:ext uri="{FF2B5EF4-FFF2-40B4-BE49-F238E27FC236}">
                <a16:creationId xmlns:a16="http://schemas.microsoft.com/office/drawing/2014/main" id="{F1037CB1-A810-188A-EBBF-B8E37072CE1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048" y="3729884"/>
            <a:ext cx="914400" cy="914400"/>
          </a:xfrm>
          <a:prstGeom prst="rect">
            <a:avLst/>
          </a:prstGeom>
        </p:spPr>
      </p:pic>
      <p:pic>
        <p:nvPicPr>
          <p:cNvPr id="8" name="Graphic 7" descr="User with solid fill">
            <a:extLst>
              <a:ext uri="{FF2B5EF4-FFF2-40B4-BE49-F238E27FC236}">
                <a16:creationId xmlns:a16="http://schemas.microsoft.com/office/drawing/2014/main" id="{85537BAA-36A8-0DF9-65A5-150CEEF72D8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37400" y="4187084"/>
            <a:ext cx="914400" cy="914400"/>
          </a:xfrm>
          <a:prstGeom prst="rect">
            <a:avLst/>
          </a:prstGeom>
        </p:spPr>
      </p:pic>
      <p:pic>
        <p:nvPicPr>
          <p:cNvPr id="9" name="Graphic 8" descr="User with solid fill">
            <a:extLst>
              <a:ext uri="{FF2B5EF4-FFF2-40B4-BE49-F238E27FC236}">
                <a16:creationId xmlns:a16="http://schemas.microsoft.com/office/drawing/2014/main" id="{A0C94174-6C10-79DB-7027-B27F301C820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60557" y="1664502"/>
            <a:ext cx="914400" cy="914400"/>
          </a:xfrm>
          <a:prstGeom prst="rect">
            <a:avLst/>
          </a:prstGeom>
        </p:spPr>
      </p:pic>
      <p:cxnSp>
        <p:nvCxnSpPr>
          <p:cNvPr id="15" name="Straight Arrow Connector 14">
            <a:extLst>
              <a:ext uri="{FF2B5EF4-FFF2-40B4-BE49-F238E27FC236}">
                <a16:creationId xmlns:a16="http://schemas.microsoft.com/office/drawing/2014/main" id="{7BE74340-EFE7-C263-28F3-6BD35B88C3F5}"/>
              </a:ext>
            </a:extLst>
          </p:cNvPr>
          <p:cNvCxnSpPr>
            <a:stCxn id="5" idx="2"/>
          </p:cNvCxnSpPr>
          <p:nvPr/>
        </p:nvCxnSpPr>
        <p:spPr>
          <a:xfrm>
            <a:off x="1185822" y="2689453"/>
            <a:ext cx="1251578" cy="14976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4FADA49B-7166-9551-AFB2-CC218DA142BC}"/>
              </a:ext>
            </a:extLst>
          </p:cNvPr>
          <p:cNvCxnSpPr/>
          <p:nvPr/>
        </p:nvCxnSpPr>
        <p:spPr>
          <a:xfrm flipH="1">
            <a:off x="3048000" y="2578902"/>
            <a:ext cx="169757" cy="14367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2563AE04-D05F-77A8-93AF-0B71AA2B68C5}"/>
              </a:ext>
            </a:extLst>
          </p:cNvPr>
          <p:cNvCxnSpPr/>
          <p:nvPr/>
        </p:nvCxnSpPr>
        <p:spPr>
          <a:xfrm flipV="1">
            <a:off x="728622" y="2689453"/>
            <a:ext cx="404826" cy="10404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C23CE73B-6276-10DC-6537-920564910EE4}"/>
              </a:ext>
            </a:extLst>
          </p:cNvPr>
          <p:cNvCxnSpPr/>
          <p:nvPr/>
        </p:nvCxnSpPr>
        <p:spPr>
          <a:xfrm flipV="1">
            <a:off x="2760557" y="2578902"/>
            <a:ext cx="287443" cy="16081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699A8D55-C54F-5C96-9056-8190F2298350}"/>
              </a:ext>
            </a:extLst>
          </p:cNvPr>
          <p:cNvCxnSpPr/>
          <p:nvPr/>
        </p:nvCxnSpPr>
        <p:spPr>
          <a:xfrm flipV="1">
            <a:off x="1028700" y="2400300"/>
            <a:ext cx="1731857" cy="16153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040273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8FE06-67CA-0737-BEF0-4EA35340F4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B6AB11-0209-8265-E948-37D167AD2B72}"/>
              </a:ext>
            </a:extLst>
          </p:cNvPr>
          <p:cNvSpPr>
            <a:spLocks noGrp="1"/>
          </p:cNvSpPr>
          <p:nvPr>
            <p:ph type="title"/>
          </p:nvPr>
        </p:nvSpPr>
        <p:spPr>
          <a:xfrm>
            <a:off x="4506741" y="1570390"/>
            <a:ext cx="7042570" cy="659463"/>
          </a:xfrm>
        </p:spPr>
        <p:txBody>
          <a:bodyPr/>
          <a:lstStyle/>
          <a:p>
            <a:r>
              <a:rPr lang="en-US" dirty="0"/>
              <a:t>Betweenness Centrality Distribution</a:t>
            </a:r>
          </a:p>
        </p:txBody>
      </p:sp>
      <p:sp>
        <p:nvSpPr>
          <p:cNvPr id="3" name="Content Placeholder 2">
            <a:extLst>
              <a:ext uri="{FF2B5EF4-FFF2-40B4-BE49-F238E27FC236}">
                <a16:creationId xmlns:a16="http://schemas.microsoft.com/office/drawing/2014/main" id="{C7F8B2E0-D2BE-ECA0-B34B-32F0FD10E152}"/>
              </a:ext>
            </a:extLst>
          </p:cNvPr>
          <p:cNvSpPr>
            <a:spLocks noGrp="1"/>
          </p:cNvSpPr>
          <p:nvPr>
            <p:ph sz="quarter" idx="16"/>
          </p:nvPr>
        </p:nvSpPr>
        <p:spPr>
          <a:xfrm>
            <a:off x="4506741" y="2229853"/>
            <a:ext cx="7042335" cy="3571562"/>
          </a:xfrm>
        </p:spPr>
        <p:txBody>
          <a:bodyPr>
            <a:normAutofit/>
          </a:bodyPr>
          <a:lstStyle/>
          <a:p>
            <a:r>
              <a:rPr lang="en-US" sz="2000" dirty="0"/>
              <a:t>The real network has a heavy-tailed betweenness distribution, where  a few nodes have extremely high betweenness, acting as critical bridges in the network. This is consistent with scale-free topology where hubs dominate information flow. Both the ER and BA networks have their betweenness values compressed into a narrower range.</a:t>
            </a:r>
          </a:p>
        </p:txBody>
      </p:sp>
      <p:pic>
        <p:nvPicPr>
          <p:cNvPr id="5" name="Graphic 4" descr="User Crown Male with solid fill">
            <a:extLst>
              <a:ext uri="{FF2B5EF4-FFF2-40B4-BE49-F238E27FC236}">
                <a16:creationId xmlns:a16="http://schemas.microsoft.com/office/drawing/2014/main" id="{76CE84A2-D88C-4FDA-ABD9-CD9F95661C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8622" y="1775053"/>
            <a:ext cx="914400" cy="914400"/>
          </a:xfrm>
          <a:prstGeom prst="rect">
            <a:avLst/>
          </a:prstGeom>
        </p:spPr>
      </p:pic>
      <p:pic>
        <p:nvPicPr>
          <p:cNvPr id="7" name="Graphic 6" descr="User with solid fill">
            <a:extLst>
              <a:ext uri="{FF2B5EF4-FFF2-40B4-BE49-F238E27FC236}">
                <a16:creationId xmlns:a16="http://schemas.microsoft.com/office/drawing/2014/main" id="{8A3F49FE-6AAD-811F-425B-ADC4851135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048" y="3729884"/>
            <a:ext cx="914400" cy="914400"/>
          </a:xfrm>
          <a:prstGeom prst="rect">
            <a:avLst/>
          </a:prstGeom>
        </p:spPr>
      </p:pic>
      <p:pic>
        <p:nvPicPr>
          <p:cNvPr id="8" name="Graphic 7" descr="User with solid fill">
            <a:extLst>
              <a:ext uri="{FF2B5EF4-FFF2-40B4-BE49-F238E27FC236}">
                <a16:creationId xmlns:a16="http://schemas.microsoft.com/office/drawing/2014/main" id="{83E4A6A4-757F-54F6-384C-1087B34763C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37400" y="4187084"/>
            <a:ext cx="914400" cy="914400"/>
          </a:xfrm>
          <a:prstGeom prst="rect">
            <a:avLst/>
          </a:prstGeom>
        </p:spPr>
      </p:pic>
      <p:pic>
        <p:nvPicPr>
          <p:cNvPr id="9" name="Graphic 8" descr="User with solid fill">
            <a:extLst>
              <a:ext uri="{FF2B5EF4-FFF2-40B4-BE49-F238E27FC236}">
                <a16:creationId xmlns:a16="http://schemas.microsoft.com/office/drawing/2014/main" id="{0CE8AA9B-EDF8-11FB-D17E-D4E332D6233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60557" y="1664502"/>
            <a:ext cx="914400" cy="914400"/>
          </a:xfrm>
          <a:prstGeom prst="rect">
            <a:avLst/>
          </a:prstGeom>
        </p:spPr>
      </p:pic>
      <p:cxnSp>
        <p:nvCxnSpPr>
          <p:cNvPr id="15" name="Straight Arrow Connector 14">
            <a:extLst>
              <a:ext uri="{FF2B5EF4-FFF2-40B4-BE49-F238E27FC236}">
                <a16:creationId xmlns:a16="http://schemas.microsoft.com/office/drawing/2014/main" id="{91424FA0-C0D3-0A5D-AF51-DB863D3D2B98}"/>
              </a:ext>
            </a:extLst>
          </p:cNvPr>
          <p:cNvCxnSpPr>
            <a:stCxn id="5" idx="2"/>
          </p:cNvCxnSpPr>
          <p:nvPr/>
        </p:nvCxnSpPr>
        <p:spPr>
          <a:xfrm>
            <a:off x="1185822" y="2689453"/>
            <a:ext cx="1251578" cy="14976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B287E2EA-0030-935D-0324-01B96A1534F2}"/>
              </a:ext>
            </a:extLst>
          </p:cNvPr>
          <p:cNvCxnSpPr/>
          <p:nvPr/>
        </p:nvCxnSpPr>
        <p:spPr>
          <a:xfrm flipH="1">
            <a:off x="3048000" y="2578902"/>
            <a:ext cx="169757" cy="14367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B203A0AD-BFB8-F13E-4098-E7F3F698A3B0}"/>
              </a:ext>
            </a:extLst>
          </p:cNvPr>
          <p:cNvCxnSpPr/>
          <p:nvPr/>
        </p:nvCxnSpPr>
        <p:spPr>
          <a:xfrm flipV="1">
            <a:off x="728622" y="2689453"/>
            <a:ext cx="404826" cy="10404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37216411-3ED1-9908-B865-1624EE233C63}"/>
              </a:ext>
            </a:extLst>
          </p:cNvPr>
          <p:cNvCxnSpPr/>
          <p:nvPr/>
        </p:nvCxnSpPr>
        <p:spPr>
          <a:xfrm flipV="1">
            <a:off x="2760557" y="2578902"/>
            <a:ext cx="287443" cy="16081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2439D084-576C-718F-3ABD-51A921B826DA}"/>
              </a:ext>
            </a:extLst>
          </p:cNvPr>
          <p:cNvCxnSpPr/>
          <p:nvPr/>
        </p:nvCxnSpPr>
        <p:spPr>
          <a:xfrm flipV="1">
            <a:off x="1028700" y="2400300"/>
            <a:ext cx="1731857" cy="16153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544412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73D0A-C35A-236D-5481-6442FD90AC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91CA32-9F50-E30E-2CE9-3666B88C85F8}"/>
              </a:ext>
            </a:extLst>
          </p:cNvPr>
          <p:cNvSpPr>
            <a:spLocks noGrp="1"/>
          </p:cNvSpPr>
          <p:nvPr>
            <p:ph type="title"/>
          </p:nvPr>
        </p:nvSpPr>
        <p:spPr>
          <a:xfrm>
            <a:off x="4506511" y="1409968"/>
            <a:ext cx="7042570" cy="659463"/>
          </a:xfrm>
        </p:spPr>
        <p:txBody>
          <a:bodyPr/>
          <a:lstStyle/>
          <a:p>
            <a:r>
              <a:rPr lang="en-US" dirty="0"/>
              <a:t>Connected Components Size</a:t>
            </a:r>
          </a:p>
        </p:txBody>
      </p:sp>
      <p:sp>
        <p:nvSpPr>
          <p:cNvPr id="3" name="Content Placeholder 2">
            <a:extLst>
              <a:ext uri="{FF2B5EF4-FFF2-40B4-BE49-F238E27FC236}">
                <a16:creationId xmlns:a16="http://schemas.microsoft.com/office/drawing/2014/main" id="{B6EC5ED2-2633-11DD-9E96-A380A795A7B8}"/>
              </a:ext>
            </a:extLst>
          </p:cNvPr>
          <p:cNvSpPr>
            <a:spLocks noGrp="1"/>
          </p:cNvSpPr>
          <p:nvPr>
            <p:ph sz="quarter" idx="16"/>
          </p:nvPr>
        </p:nvSpPr>
        <p:spPr>
          <a:xfrm>
            <a:off x="4506741" y="2229853"/>
            <a:ext cx="7042335" cy="3571562"/>
          </a:xfrm>
        </p:spPr>
        <p:txBody>
          <a:bodyPr>
            <a:normAutofit/>
          </a:bodyPr>
          <a:lstStyle/>
          <a:p>
            <a:r>
              <a:rPr lang="en-US" sz="2000" dirty="0"/>
              <a:t>The real network has many small components alongside one giant component (~1200 nodes). The ER and BA networks are essentially fully connected (single bars at ~7115), which makes sense since they were generated with enough edges to guarantee connectivity.</a:t>
            </a:r>
          </a:p>
        </p:txBody>
      </p:sp>
      <p:pic>
        <p:nvPicPr>
          <p:cNvPr id="5" name="Graphic 4" descr="User Crown Male with solid fill">
            <a:extLst>
              <a:ext uri="{FF2B5EF4-FFF2-40B4-BE49-F238E27FC236}">
                <a16:creationId xmlns:a16="http://schemas.microsoft.com/office/drawing/2014/main" id="{3C5845BC-8AA4-4942-08C9-C34C1ECDC52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8622" y="1775053"/>
            <a:ext cx="914400" cy="914400"/>
          </a:xfrm>
          <a:prstGeom prst="rect">
            <a:avLst/>
          </a:prstGeom>
        </p:spPr>
      </p:pic>
      <p:pic>
        <p:nvPicPr>
          <p:cNvPr id="7" name="Graphic 6" descr="User with solid fill">
            <a:extLst>
              <a:ext uri="{FF2B5EF4-FFF2-40B4-BE49-F238E27FC236}">
                <a16:creationId xmlns:a16="http://schemas.microsoft.com/office/drawing/2014/main" id="{39E63C44-A328-A77C-487B-FD4C545C3A7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048" y="3729884"/>
            <a:ext cx="914400" cy="914400"/>
          </a:xfrm>
          <a:prstGeom prst="rect">
            <a:avLst/>
          </a:prstGeom>
        </p:spPr>
      </p:pic>
      <p:pic>
        <p:nvPicPr>
          <p:cNvPr id="8" name="Graphic 7" descr="User with solid fill">
            <a:extLst>
              <a:ext uri="{FF2B5EF4-FFF2-40B4-BE49-F238E27FC236}">
                <a16:creationId xmlns:a16="http://schemas.microsoft.com/office/drawing/2014/main" id="{2CAEF67B-B4E2-798F-EF19-EDBE141C42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37400" y="4187084"/>
            <a:ext cx="914400" cy="914400"/>
          </a:xfrm>
          <a:prstGeom prst="rect">
            <a:avLst/>
          </a:prstGeom>
        </p:spPr>
      </p:pic>
      <p:pic>
        <p:nvPicPr>
          <p:cNvPr id="9" name="Graphic 8" descr="User with solid fill">
            <a:extLst>
              <a:ext uri="{FF2B5EF4-FFF2-40B4-BE49-F238E27FC236}">
                <a16:creationId xmlns:a16="http://schemas.microsoft.com/office/drawing/2014/main" id="{8594BA0C-ED33-24E9-5AF1-CD3682EEDBA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60557" y="1664502"/>
            <a:ext cx="914400" cy="914400"/>
          </a:xfrm>
          <a:prstGeom prst="rect">
            <a:avLst/>
          </a:prstGeom>
        </p:spPr>
      </p:pic>
      <p:cxnSp>
        <p:nvCxnSpPr>
          <p:cNvPr id="15" name="Straight Arrow Connector 14">
            <a:extLst>
              <a:ext uri="{FF2B5EF4-FFF2-40B4-BE49-F238E27FC236}">
                <a16:creationId xmlns:a16="http://schemas.microsoft.com/office/drawing/2014/main" id="{EEB1699F-C630-07F0-2F8C-1449108C046F}"/>
              </a:ext>
            </a:extLst>
          </p:cNvPr>
          <p:cNvCxnSpPr>
            <a:stCxn id="5" idx="2"/>
          </p:cNvCxnSpPr>
          <p:nvPr/>
        </p:nvCxnSpPr>
        <p:spPr>
          <a:xfrm>
            <a:off x="1185822" y="2689453"/>
            <a:ext cx="1251578" cy="14976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31E5B44B-D04F-B70D-C55F-DC0E005F9EA0}"/>
              </a:ext>
            </a:extLst>
          </p:cNvPr>
          <p:cNvCxnSpPr/>
          <p:nvPr/>
        </p:nvCxnSpPr>
        <p:spPr>
          <a:xfrm flipH="1">
            <a:off x="3048000" y="2578902"/>
            <a:ext cx="169757" cy="14367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594D170D-7AC1-9BBA-CF0E-1ED9CE28680A}"/>
              </a:ext>
            </a:extLst>
          </p:cNvPr>
          <p:cNvCxnSpPr/>
          <p:nvPr/>
        </p:nvCxnSpPr>
        <p:spPr>
          <a:xfrm flipV="1">
            <a:off x="728622" y="2689453"/>
            <a:ext cx="404826" cy="10404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13C555E7-404C-5486-543D-59023AA2E6AF}"/>
              </a:ext>
            </a:extLst>
          </p:cNvPr>
          <p:cNvCxnSpPr/>
          <p:nvPr/>
        </p:nvCxnSpPr>
        <p:spPr>
          <a:xfrm flipV="1">
            <a:off x="2760557" y="2578902"/>
            <a:ext cx="287443" cy="16081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7D0E43F4-CE13-DBA3-7937-D8A55C0983A1}"/>
              </a:ext>
            </a:extLst>
          </p:cNvPr>
          <p:cNvCxnSpPr/>
          <p:nvPr/>
        </p:nvCxnSpPr>
        <p:spPr>
          <a:xfrm flipV="1">
            <a:off x="1028700" y="2400300"/>
            <a:ext cx="1731857" cy="16153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288490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0B54D-6D57-5B59-6E37-BDB85A13C1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9F3CBE-18BE-AC6D-954C-CE5C67BA2E7C}"/>
              </a:ext>
            </a:extLst>
          </p:cNvPr>
          <p:cNvSpPr>
            <a:spLocks noGrp="1"/>
          </p:cNvSpPr>
          <p:nvPr>
            <p:ph type="title"/>
          </p:nvPr>
        </p:nvSpPr>
        <p:spPr/>
        <p:txBody>
          <a:bodyPr/>
          <a:lstStyle/>
          <a:p>
            <a:r>
              <a:rPr lang="en-US" dirty="0">
                <a:hlinkClick r:id="rId3"/>
              </a:rPr>
              <a:t>Real Data Analysis</a:t>
            </a:r>
            <a:endParaRPr lang="en-US" dirty="0"/>
          </a:p>
        </p:txBody>
      </p:sp>
      <p:sp>
        <p:nvSpPr>
          <p:cNvPr id="4" name="TextBox 3">
            <a:extLst>
              <a:ext uri="{FF2B5EF4-FFF2-40B4-BE49-F238E27FC236}">
                <a16:creationId xmlns:a16="http://schemas.microsoft.com/office/drawing/2014/main" id="{B78E6921-813E-252D-AD9F-38CBE1888ED9}"/>
              </a:ext>
            </a:extLst>
          </p:cNvPr>
          <p:cNvSpPr txBox="1"/>
          <p:nvPr/>
        </p:nvSpPr>
        <p:spPr>
          <a:xfrm>
            <a:off x="1219200" y="2469495"/>
            <a:ext cx="10820400" cy="4093428"/>
          </a:xfrm>
          <a:prstGeom prst="rect">
            <a:avLst/>
          </a:prstGeom>
          <a:noFill/>
        </p:spPr>
        <p:txBody>
          <a:bodyPr wrap="square" rtlCol="0">
            <a:spAutoFit/>
          </a:bodyPr>
          <a:lstStyle/>
          <a:p>
            <a:r>
              <a:rPr lang="en-US" sz="2000" b="1" spc="150" dirty="0">
                <a:solidFill>
                  <a:schemeClr val="tx1">
                    <a:lumMod val="75000"/>
                    <a:lumOff val="25000"/>
                  </a:schemeClr>
                </a:solidFill>
              </a:rPr>
              <a:t>The Reddit Hyperlink Network (Stanford SNAP)</a:t>
            </a:r>
          </a:p>
          <a:p>
            <a:r>
              <a:rPr lang="en-US" sz="2000" b="1" spc="150" dirty="0">
                <a:solidFill>
                  <a:schemeClr val="tx1">
                    <a:lumMod val="75000"/>
                    <a:lumOff val="25000"/>
                  </a:schemeClr>
                </a:solidFill>
              </a:rPr>
              <a:t>~56k nodes  ~860k edges</a:t>
            </a:r>
          </a:p>
          <a:p>
            <a:endParaRPr lang="en-US" sz="2000" spc="150" dirty="0">
              <a:solidFill>
                <a:schemeClr val="tx1">
                  <a:lumMod val="75000"/>
                  <a:lumOff val="25000"/>
                </a:schemeClr>
              </a:solidFill>
            </a:endParaRPr>
          </a:p>
          <a:p>
            <a:pPr marL="285750" indent="-285750">
              <a:buFontTx/>
              <a:buChar char="-"/>
            </a:pPr>
            <a:r>
              <a:rPr lang="en-US" sz="2000" spc="150" dirty="0">
                <a:solidFill>
                  <a:schemeClr val="tx1">
                    <a:lumMod val="75000"/>
                    <a:lumOff val="25000"/>
                  </a:schemeClr>
                </a:solidFill>
              </a:rPr>
              <a:t>Maps every time one subreddit links to another subreddit</a:t>
            </a:r>
          </a:p>
          <a:p>
            <a:pPr marL="285750" indent="-285750">
              <a:buFontTx/>
              <a:buChar char="-"/>
            </a:pPr>
            <a:r>
              <a:rPr lang="en-US" sz="2000" spc="150" dirty="0">
                <a:solidFill>
                  <a:schemeClr val="tx1">
                    <a:lumMod val="75000"/>
                    <a:lumOff val="25000"/>
                  </a:schemeClr>
                </a:solidFill>
              </a:rPr>
              <a:t>Edges also include a timestamp and a sentiment score, making it possible to tackle more interesting tasks</a:t>
            </a:r>
          </a:p>
          <a:p>
            <a:endParaRPr lang="en-US" sz="2000" spc="150" dirty="0">
              <a:solidFill>
                <a:schemeClr val="tx1">
                  <a:lumMod val="75000"/>
                  <a:lumOff val="25000"/>
                </a:schemeClr>
              </a:solidFill>
            </a:endParaRPr>
          </a:p>
          <a:p>
            <a:r>
              <a:rPr lang="en-US" sz="2000" spc="150" dirty="0">
                <a:solidFill>
                  <a:schemeClr val="tx1">
                    <a:lumMod val="75000"/>
                    <a:lumOff val="25000"/>
                  </a:schemeClr>
                </a:solidFill>
              </a:rPr>
              <a:t>Some possible directions:</a:t>
            </a:r>
          </a:p>
          <a:p>
            <a:pPr marL="285750" indent="-285750">
              <a:buFontTx/>
              <a:buChar char="-"/>
            </a:pPr>
            <a:r>
              <a:rPr lang="en-US" sz="2000" spc="150" dirty="0">
                <a:solidFill>
                  <a:schemeClr val="tx1">
                    <a:lumMod val="75000"/>
                    <a:lumOff val="25000"/>
                  </a:schemeClr>
                </a:solidFill>
              </a:rPr>
              <a:t>Use the sentiment data:</a:t>
            </a:r>
          </a:p>
          <a:p>
            <a:pPr marL="742950" lvl="1" indent="-285750">
              <a:buFontTx/>
              <a:buChar char="-"/>
            </a:pPr>
            <a:r>
              <a:rPr lang="en-US" sz="2000" spc="150" dirty="0">
                <a:solidFill>
                  <a:schemeClr val="tx1">
                    <a:lumMod val="75000"/>
                    <a:lumOff val="25000"/>
                  </a:schemeClr>
                </a:solidFill>
              </a:rPr>
              <a:t>See if it’s more usual for smaller subreddits to attack bigger subreddits or of it’s the other way around</a:t>
            </a:r>
          </a:p>
          <a:p>
            <a:pPr marL="285750" indent="-285750">
              <a:buFontTx/>
              <a:buChar char="-"/>
            </a:pPr>
            <a:r>
              <a:rPr lang="en-US" sz="2000" spc="150" dirty="0">
                <a:solidFill>
                  <a:schemeClr val="tx1">
                    <a:lumMod val="75000"/>
                    <a:lumOff val="25000"/>
                  </a:schemeClr>
                </a:solidFill>
              </a:rPr>
              <a:t>Use the temporal data:</a:t>
            </a:r>
          </a:p>
          <a:p>
            <a:pPr marL="742950" lvl="1" indent="-285750">
              <a:buFontTx/>
              <a:buChar char="-"/>
            </a:pPr>
            <a:r>
              <a:rPr lang="en-US" sz="2000" spc="150" dirty="0">
                <a:solidFill>
                  <a:schemeClr val="tx1">
                    <a:lumMod val="75000"/>
                    <a:lumOff val="25000"/>
                  </a:schemeClr>
                </a:solidFill>
              </a:rPr>
              <a:t>See how volatile the top of the hierarchy is</a:t>
            </a:r>
          </a:p>
        </p:txBody>
      </p:sp>
    </p:spTree>
    <p:extLst>
      <p:ext uri="{BB962C8B-B14F-4D97-AF65-F5344CB8AC3E}">
        <p14:creationId xmlns:p14="http://schemas.microsoft.com/office/powerpoint/2010/main" val="32118241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64081DB-1923-4878-AB15-AD54F35A1DC7}"/>
              </a:ext>
            </a:extLst>
          </p:cNvPr>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798203993"/>
      </p:ext>
    </p:extLst>
  </p:cSld>
  <p:clrMapOvr>
    <a:masterClrMapping/>
  </p:clrMapOvr>
</p:sld>
</file>

<file path=ppt/theme/theme1.xml><?xml version="1.0" encoding="utf-8"?>
<a:theme xmlns:a="http://schemas.openxmlformats.org/drawingml/2006/main" name="ShojiVTI">
  <a:themeElements>
    <a:clrScheme name="Shoji">
      <a:dk1>
        <a:sysClr val="windowText" lastClr="000000"/>
      </a:dk1>
      <a:lt1>
        <a:sysClr val="window" lastClr="FFFFFF"/>
      </a:lt1>
      <a:dk2>
        <a:srgbClr val="595460"/>
      </a:dk2>
      <a:lt2>
        <a:srgbClr val="EBEDEB"/>
      </a:lt2>
      <a:accent1>
        <a:srgbClr val="97A7B8"/>
      </a:accent1>
      <a:accent2>
        <a:srgbClr val="A5B592"/>
      </a:accent2>
      <a:accent3>
        <a:srgbClr val="CED228"/>
      </a:accent3>
      <a:accent4>
        <a:srgbClr val="D1C499"/>
      </a:accent4>
      <a:accent5>
        <a:srgbClr val="BDB3B6"/>
      </a:accent5>
      <a:accent6>
        <a:srgbClr val="C5A98D"/>
      </a:accent6>
      <a:hlink>
        <a:srgbClr val="CC9900"/>
      </a:hlink>
      <a:folHlink>
        <a:srgbClr val="96A9A9"/>
      </a:folHlink>
    </a:clrScheme>
    <a:fontScheme name="Custom 7">
      <a:majorFont>
        <a:latin typeface="Meiryo"/>
        <a:ea typeface=""/>
        <a:cs typeface=""/>
      </a:majorFont>
      <a:minorFont>
        <a:latin typeface="Meiryo"/>
        <a:ea typeface=""/>
        <a:cs typeface=""/>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hojiVTI" id="{00D0DDEB-E771-48E5-9E96-0647434F08B1}" vid="{9D22D596-7FD0-4F89-958C-AD79A09491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6F36CB81-A037-44A8-88EB-C0C0F17FD4B1}">
  <ds:schemaRefs>
    <ds:schemaRef ds:uri="http://schemas.microsoft.com/sharepoint/v3/contenttype/forms"/>
  </ds:schemaRefs>
</ds:datastoreItem>
</file>

<file path=customXml/itemProps2.xml><?xml version="1.0" encoding="utf-8"?>
<ds:datastoreItem xmlns:ds="http://schemas.openxmlformats.org/officeDocument/2006/customXml" ds:itemID="{2C1AA24C-4CA6-40FF-8947-DA1F6F4745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7FF477C-132F-44F8-8C56-EBFF95FAF97B}">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ShojiVTI</Template>
  <TotalTime>177</TotalTime>
  <Words>700</Words>
  <Application>Microsoft Office PowerPoint</Application>
  <PresentationFormat>Widescreen</PresentationFormat>
  <Paragraphs>98</Paragraphs>
  <Slides>25</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Meiryo</vt:lpstr>
      <vt:lpstr>Calibri</vt:lpstr>
      <vt:lpstr>Corbel</vt:lpstr>
      <vt:lpstr>Wingdings</vt:lpstr>
      <vt:lpstr>ShojiVTI</vt:lpstr>
      <vt:lpstr>WIKIPEDIA vote network analysis</vt:lpstr>
      <vt:lpstr>Wikipedia Voting System</vt:lpstr>
      <vt:lpstr>Wiki-Vote Dataset</vt:lpstr>
      <vt:lpstr>The 3 Networks</vt:lpstr>
      <vt:lpstr>Degrees</vt:lpstr>
      <vt:lpstr>Components</vt:lpstr>
      <vt:lpstr>Shortest Path &amp; Diameter</vt:lpstr>
      <vt:lpstr>Average Clustering Coefficients</vt:lpstr>
      <vt:lpstr>Top 3 Most Important By Degree</vt:lpstr>
      <vt:lpstr>Top 3 Most Important By PageRank</vt:lpstr>
      <vt:lpstr>Top 3 Most Important By Betweenness</vt:lpstr>
      <vt:lpstr>Visualization of the Network</vt:lpstr>
      <vt:lpstr>Visualization of the Network Core (Degree &gt; 150)</vt:lpstr>
      <vt:lpstr>Wiki-Vote Plots</vt:lpstr>
      <vt:lpstr>Wiki-Vote Plots</vt:lpstr>
      <vt:lpstr>Erdos-Renyi Plots</vt:lpstr>
      <vt:lpstr>Erdos-Renyi Plots</vt:lpstr>
      <vt:lpstr>Barabasi-Albert Plots</vt:lpstr>
      <vt:lpstr>What type of Network is Wiki-Vote?</vt:lpstr>
      <vt:lpstr>Degree Distribution</vt:lpstr>
      <vt:lpstr>Clustering Coefficient Distribution</vt:lpstr>
      <vt:lpstr>Betweenness Centrality Distribution</vt:lpstr>
      <vt:lpstr>Connected Components Size</vt:lpstr>
      <vt:lpstr>Real Data Analysis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Mitrut Rosca</cp:lastModifiedBy>
  <cp:revision>6</cp:revision>
  <dcterms:created xsi:type="dcterms:W3CDTF">2026-04-09T10:19:10Z</dcterms:created>
  <dcterms:modified xsi:type="dcterms:W3CDTF">2026-04-09T16:00:32Z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